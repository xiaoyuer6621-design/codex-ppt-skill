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12191695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Relationship Id="rId22" Type="http://schemas.openxmlformats.org/officeDocument/2006/relationships/image" Target="../media/image21.png"/><Relationship Id="rId23" Type="http://schemas.openxmlformats.org/officeDocument/2006/relationships/image" Target="../media/image22.png"/><Relationship Id="rId24" Type="http://schemas.openxmlformats.org/officeDocument/2006/relationships/image" Target="../media/image23.png"/><Relationship Id="rId25" Type="http://schemas.openxmlformats.org/officeDocument/2006/relationships/image" Target="../media/image24.png"/><Relationship Id="rId26" Type="http://schemas.openxmlformats.org/officeDocument/2006/relationships/image" Target="../media/image25.png"/><Relationship Id="rId27" Type="http://schemas.openxmlformats.org/officeDocument/2006/relationships/image" Target="../media/image26.png"/><Relationship Id="rId28" Type="http://schemas.openxmlformats.org/officeDocument/2006/relationships/image" Target="../media/image27.png"/><Relationship Id="rId29" Type="http://schemas.openxmlformats.org/officeDocument/2006/relationships/image" Target="../media/image28.png"/><Relationship Id="rId30" Type="http://schemas.openxmlformats.org/officeDocument/2006/relationships/image" Target="../media/image29.png"/><Relationship Id="rId31" Type="http://schemas.openxmlformats.org/officeDocument/2006/relationships/image" Target="../media/image30.png"/><Relationship Id="rId32" Type="http://schemas.openxmlformats.org/officeDocument/2006/relationships/image" Target="../media/image31.png"/><Relationship Id="rId33" Type="http://schemas.openxmlformats.org/officeDocument/2006/relationships/image" Target="../media/image32.png"/><Relationship Id="rId34" Type="http://schemas.openxmlformats.org/officeDocument/2006/relationships/image" Target="../media/image33.png"/><Relationship Id="rId35" Type="http://schemas.openxmlformats.org/officeDocument/2006/relationships/image" Target="../media/image34.png"/><Relationship Id="rId36" Type="http://schemas.openxmlformats.org/officeDocument/2006/relationships/image" Target="../media/image35.png"/><Relationship Id="rId37" Type="http://schemas.openxmlformats.org/officeDocument/2006/relationships/image" Target="../media/image36.png"/><Relationship Id="rId38" Type="http://schemas.openxmlformats.org/officeDocument/2006/relationships/image" Target="../media/image37.png"/><Relationship Id="rId39" Type="http://schemas.openxmlformats.org/officeDocument/2006/relationships/image" Target="../media/image38.png"/><Relationship Id="rId40" Type="http://schemas.openxmlformats.org/officeDocument/2006/relationships/image" Target="../media/image39.png"/><Relationship Id="rId41" Type="http://schemas.openxmlformats.org/officeDocument/2006/relationships/image" Target="../media/image40.png"/><Relationship Id="rId42" Type="http://schemas.openxmlformats.org/officeDocument/2006/relationships/image" Target="../media/image41.png"/><Relationship Id="rId43" Type="http://schemas.openxmlformats.org/officeDocument/2006/relationships/image" Target="../media/image42.png"/><Relationship Id="rId44" Type="http://schemas.openxmlformats.org/officeDocument/2006/relationships/image" Target="../media/image43.png"/><Relationship Id="rId45" Type="http://schemas.openxmlformats.org/officeDocument/2006/relationships/image" Target="../media/image44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5.png"/><Relationship Id="rId3" Type="http://schemas.openxmlformats.org/officeDocument/2006/relationships/image" Target="../media/image46.png"/><Relationship Id="rId4" Type="http://schemas.openxmlformats.org/officeDocument/2006/relationships/image" Target="../media/image47.png"/><Relationship Id="rId5" Type="http://schemas.openxmlformats.org/officeDocument/2006/relationships/image" Target="../media/image48.png"/><Relationship Id="rId6" Type="http://schemas.openxmlformats.org/officeDocument/2006/relationships/image" Target="../media/image49.png"/><Relationship Id="rId7" Type="http://schemas.openxmlformats.org/officeDocument/2006/relationships/image" Target="../media/image50.png"/><Relationship Id="rId8" Type="http://schemas.openxmlformats.org/officeDocument/2006/relationships/image" Target="../media/image51.png"/><Relationship Id="rId9" Type="http://schemas.openxmlformats.org/officeDocument/2006/relationships/image" Target="../media/image52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3.png"/><Relationship Id="rId3" Type="http://schemas.openxmlformats.org/officeDocument/2006/relationships/image" Target="../media/image54.png"/><Relationship Id="rId4" Type="http://schemas.openxmlformats.org/officeDocument/2006/relationships/image" Target="../media/image55.png"/><Relationship Id="rId5" Type="http://schemas.openxmlformats.org/officeDocument/2006/relationships/image" Target="../media/image56.png"/><Relationship Id="rId6" Type="http://schemas.openxmlformats.org/officeDocument/2006/relationships/image" Target="../media/image57.png"/><Relationship Id="rId7" Type="http://schemas.openxmlformats.org/officeDocument/2006/relationships/image" Target="../media/image58.png"/><Relationship Id="rId8" Type="http://schemas.openxmlformats.org/officeDocument/2006/relationships/image" Target="../media/image59.png"/><Relationship Id="rId9" Type="http://schemas.openxmlformats.org/officeDocument/2006/relationships/image" Target="../media/image60.png"/><Relationship Id="rId10" Type="http://schemas.openxmlformats.org/officeDocument/2006/relationships/image" Target="../media/image61.png"/><Relationship Id="rId11" Type="http://schemas.openxmlformats.org/officeDocument/2006/relationships/image" Target="../media/image62.png"/><Relationship Id="rId12" Type="http://schemas.openxmlformats.org/officeDocument/2006/relationships/image" Target="../media/image63.png"/><Relationship Id="rId13" Type="http://schemas.openxmlformats.org/officeDocument/2006/relationships/image" Target="../media/image64.png"/><Relationship Id="rId14" Type="http://schemas.openxmlformats.org/officeDocument/2006/relationships/image" Target="../media/image65.png"/><Relationship Id="rId15" Type="http://schemas.openxmlformats.org/officeDocument/2006/relationships/image" Target="../media/image66.png"/><Relationship Id="rId16" Type="http://schemas.openxmlformats.org/officeDocument/2006/relationships/image" Target="../media/image67.png"/><Relationship Id="rId17" Type="http://schemas.openxmlformats.org/officeDocument/2006/relationships/image" Target="../media/image6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ame-identity competition blue/cyan curved header clean base reused from prior actual builtin image edit; prior source/current source and normalized asset visually inspected, original producer/output hash verified in analysis/reuse-provenance.json. No title pixels remain."/>
          <p:cNvPicPr/>
          <p:nvPr/>
        </p:nvPicPr>
        <p:blipFill>
          <a:blip r:embed="rId2"/>
          <a:stretch>
            <a:fillRect/>
          </a:stretch>
        </p:blipFill>
        <p:spPr>
          <a:xfrm>
            <a:off x="4610" y="0"/>
            <a:ext cx="12182475" cy="914400"/>
          </a:xfrm>
          <a:prstGeom prst="rect">
            <a:avLst/>
          </a:prstGeom>
        </p:spPr>
      </p:pic>
      <p:pic>
        <p:nvPicPr>
          <p:cNvPr id="3" name="Current-source unoccluded faint engineering/city line-art background region only; excludes all ordinary text and foreground logos."/>
          <p:cNvPicPr/>
          <p:nvPr/>
        </p:nvPicPr>
        <p:blipFill>
          <a:blip r:embed="rId3"/>
          <a:stretch>
            <a:fillRect/>
          </a:stretch>
        </p:blipFill>
        <p:spPr>
          <a:xfrm>
            <a:off x="1242860" y="6210300"/>
            <a:ext cx="5629275" cy="314325"/>
          </a:xfrm>
          <a:prstGeom prst="rect">
            <a:avLst/>
          </a:prstGeom>
        </p:spPr>
      </p:pic>
      <p:pic>
        <p:nvPicPr>
          <p:cNvPr id="4" name="Simple blue/cyan footer gradient and curved source structural boundary; deterministic structural background reused from verified same-template prior page, no foreground pixels."/>
          <p:cNvPicPr/>
          <p:nvPr/>
        </p:nvPicPr>
        <p:blipFill>
          <a:blip r:embed="rId4"/>
          <a:stretch>
            <a:fillRect/>
          </a:stretch>
        </p:blipFill>
        <p:spPr>
          <a:xfrm>
            <a:off x="4610" y="6496050"/>
            <a:ext cx="12182475" cy="361950"/>
          </a:xfrm>
          <a:prstGeom prst="rect">
            <a:avLst/>
          </a:prstGeom>
        </p:spPr>
      </p:pic>
      <p:sp>
        <p:nvSpPr>
          <p:cNvPr id="5" name="Roundrect 5"/>
          <p:cNvSpPr/>
          <p:nvPr/>
        </p:nvSpPr>
        <p:spPr>
          <a:xfrm>
            <a:off x="290360" y="981075"/>
            <a:ext cx="7019925" cy="3705225"/>
          </a:xfrm>
          <a:prstGeom prst="roundRect">
            <a:avLst>
              <a:gd name="adj" fmla="val 4113"/>
            </a:avLst>
          </a:prstGeom>
          <a:solidFill>
            <a:srgbClr val="F4FBFF"/>
          </a:solidFill>
          <a:ln w="6985">
            <a:solidFill>
              <a:srgbClr val="76CCFF"/>
            </a:solidFill>
          </a:ln>
        </p:spPr>
        <p:txBody>
          <a:bodyPr/>
          <a:lstStyle/>
          <a:p/>
        </p:txBody>
      </p:sp>
      <p:sp>
        <p:nvSpPr>
          <p:cNvPr id="6" name="Roundrect 6"/>
          <p:cNvSpPr/>
          <p:nvPr/>
        </p:nvSpPr>
        <p:spPr>
          <a:xfrm>
            <a:off x="7405535" y="981075"/>
            <a:ext cx="4524375" cy="3705225"/>
          </a:xfrm>
          <a:prstGeom prst="roundRect">
            <a:avLst>
              <a:gd name="adj" fmla="val 4113"/>
            </a:avLst>
          </a:prstGeom>
          <a:solidFill>
            <a:srgbClr val="F4FBFF"/>
          </a:solidFill>
          <a:ln w="6985">
            <a:solidFill>
              <a:srgbClr val="76CCFF"/>
            </a:solidFill>
          </a:ln>
        </p:spPr>
        <p:txBody>
          <a:bodyPr/>
          <a:lstStyle/>
          <a:p/>
        </p:txBody>
      </p:sp>
      <p:sp>
        <p:nvSpPr>
          <p:cNvPr id="7" name="Roundrect 7"/>
          <p:cNvSpPr/>
          <p:nvPr/>
        </p:nvSpPr>
        <p:spPr>
          <a:xfrm>
            <a:off x="299885" y="990600"/>
            <a:ext cx="3143250" cy="466725"/>
          </a:xfrm>
          <a:prstGeom prst="roundRect">
            <a:avLst>
              <a:gd name="adj" fmla="val 34694"/>
            </a:avLst>
          </a:prstGeom>
          <a:solidFill>
            <a:srgbClr val="0078EB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Roundrect 8"/>
          <p:cNvSpPr/>
          <p:nvPr/>
        </p:nvSpPr>
        <p:spPr>
          <a:xfrm>
            <a:off x="7415060" y="990600"/>
            <a:ext cx="2371725" cy="466725"/>
          </a:xfrm>
          <a:prstGeom prst="roundRect">
            <a:avLst>
              <a:gd name="adj" fmla="val 34694"/>
            </a:avLst>
          </a:prstGeom>
          <a:solidFill>
            <a:srgbClr val="0078EB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Roundrect 9"/>
          <p:cNvSpPr/>
          <p:nvPr/>
        </p:nvSpPr>
        <p:spPr>
          <a:xfrm>
            <a:off x="385610" y="1419225"/>
            <a:ext cx="1704975" cy="2695575"/>
          </a:xfrm>
          <a:prstGeom prst="roundRect">
            <a:avLst>
              <a:gd name="adj" fmla="val 7263"/>
            </a:avLst>
          </a:prstGeom>
          <a:solidFill>
            <a:srgbClr val="EFFAFF"/>
          </a:solidFill>
          <a:ln w="6350">
            <a:solidFill>
              <a:srgbClr val="A4DCFF"/>
            </a:solidFill>
          </a:ln>
        </p:spPr>
        <p:txBody>
          <a:bodyPr/>
          <a:lstStyle/>
          <a:p/>
        </p:txBody>
      </p:sp>
      <p:sp>
        <p:nvSpPr>
          <p:cNvPr id="10" name="Roundrect 10"/>
          <p:cNvSpPr/>
          <p:nvPr/>
        </p:nvSpPr>
        <p:spPr>
          <a:xfrm>
            <a:off x="423710" y="1466850"/>
            <a:ext cx="1609725" cy="13335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6350">
            <a:solidFill>
              <a:srgbClr val="A4DCFF"/>
            </a:solidFill>
          </a:ln>
        </p:spPr>
        <p:txBody>
          <a:bodyPr/>
          <a:lstStyle/>
          <a:p/>
        </p:txBody>
      </p:sp>
      <p:sp>
        <p:nvSpPr>
          <p:cNvPr id="11" name="Roundrect 11"/>
          <p:cNvSpPr/>
          <p:nvPr/>
        </p:nvSpPr>
        <p:spPr>
          <a:xfrm>
            <a:off x="423710" y="2857500"/>
            <a:ext cx="1609725" cy="1200150"/>
          </a:xfrm>
          <a:prstGeom prst="roundRect">
            <a:avLst>
              <a:gd name="adj" fmla="val 7937"/>
            </a:avLst>
          </a:prstGeom>
          <a:solidFill>
            <a:srgbClr val="FFFFFF"/>
          </a:solidFill>
          <a:ln w="6350">
            <a:solidFill>
              <a:srgbClr val="A4DCFF"/>
            </a:solidFill>
          </a:ln>
        </p:spPr>
        <p:txBody>
          <a:bodyPr/>
          <a:lstStyle/>
          <a:p/>
        </p:txBody>
      </p:sp>
      <p:sp>
        <p:nvSpPr>
          <p:cNvPr id="12" name="Roundrect 12"/>
          <p:cNvSpPr/>
          <p:nvPr/>
        </p:nvSpPr>
        <p:spPr>
          <a:xfrm>
            <a:off x="2185835" y="1419225"/>
            <a:ext cx="1019175" cy="2695575"/>
          </a:xfrm>
          <a:prstGeom prst="roundRect">
            <a:avLst>
              <a:gd name="adj" fmla="val 12150"/>
            </a:avLst>
          </a:prstGeom>
          <a:solidFill>
            <a:srgbClr val="EAF7FD"/>
          </a:solidFill>
          <a:ln w="6350">
            <a:solidFill>
              <a:srgbClr val="A4DCFF"/>
            </a:solidFill>
          </a:ln>
        </p:spPr>
        <p:txBody>
          <a:bodyPr/>
          <a:lstStyle/>
          <a:p/>
        </p:txBody>
      </p:sp>
      <p:sp>
        <p:nvSpPr>
          <p:cNvPr id="13" name="Roundrect 13"/>
          <p:cNvSpPr/>
          <p:nvPr/>
        </p:nvSpPr>
        <p:spPr>
          <a:xfrm>
            <a:off x="3309785" y="1419225"/>
            <a:ext cx="3267075" cy="2695575"/>
          </a:xfrm>
          <a:prstGeom prst="roundRect">
            <a:avLst>
              <a:gd name="adj" fmla="val 4594"/>
            </a:avLst>
          </a:prstGeom>
          <a:solidFill>
            <a:srgbClr val="FAFEFF"/>
          </a:solidFill>
          <a:ln w="6350">
            <a:solidFill>
              <a:srgbClr val="A4DCFF"/>
            </a:solidFill>
          </a:ln>
        </p:spPr>
        <p:txBody>
          <a:bodyPr/>
          <a:lstStyle/>
          <a:p/>
        </p:txBody>
      </p:sp>
      <p:sp>
        <p:nvSpPr>
          <p:cNvPr id="14" name="Roundrect 14"/>
          <p:cNvSpPr/>
          <p:nvPr/>
        </p:nvSpPr>
        <p:spPr>
          <a:xfrm>
            <a:off x="6624485" y="1428750"/>
            <a:ext cx="628650" cy="2714625"/>
          </a:xfrm>
          <a:prstGeom prst="roundRect">
            <a:avLst>
              <a:gd name="adj" fmla="val 15152"/>
            </a:avLst>
          </a:prstGeom>
          <a:solidFill>
            <a:srgbClr val="EAF7FD"/>
          </a:solidFill>
          <a:ln w="6350">
            <a:solidFill>
              <a:srgbClr val="A4DCFF"/>
            </a:solidFill>
          </a:ln>
        </p:spPr>
        <p:txBody>
          <a:bodyPr/>
          <a:lstStyle/>
          <a:p/>
        </p:txBody>
      </p:sp>
      <p:sp>
        <p:nvSpPr>
          <p:cNvPr id="15" name="Polygon 15"/>
          <p:cNvSpPr/>
          <p:nvPr/>
        </p:nvSpPr>
        <p:spPr>
          <a:xfrm>
            <a:off x="3290735" y="990600"/>
            <a:ext cx="409575" cy="39052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9042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B9F1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Polygon 16"/>
          <p:cNvSpPr/>
          <p:nvPr/>
        </p:nvSpPr>
        <p:spPr>
          <a:xfrm>
            <a:off x="9701060" y="990600"/>
            <a:ext cx="428625" cy="39052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672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0B9F1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Roundrect 17"/>
          <p:cNvSpPr/>
          <p:nvPr/>
        </p:nvSpPr>
        <p:spPr>
          <a:xfrm>
            <a:off x="309410" y="1381125"/>
            <a:ext cx="6981825" cy="3276600"/>
          </a:xfrm>
          <a:prstGeom prst="roundRect">
            <a:avLst>
              <a:gd name="adj" fmla="val 4360"/>
            </a:avLst>
          </a:prstGeom>
          <a:solidFill>
            <a:srgbClr val="F6FC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Roundrect 18"/>
          <p:cNvSpPr/>
          <p:nvPr/>
        </p:nvSpPr>
        <p:spPr>
          <a:xfrm>
            <a:off x="7424585" y="1390650"/>
            <a:ext cx="4486275" cy="3267075"/>
          </a:xfrm>
          <a:prstGeom prst="roundRect">
            <a:avLst>
              <a:gd name="adj" fmla="val 4373"/>
            </a:avLst>
          </a:prstGeom>
          <a:solidFill>
            <a:srgbClr val="F6FC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Roundrect 19"/>
          <p:cNvSpPr/>
          <p:nvPr/>
        </p:nvSpPr>
        <p:spPr>
          <a:xfrm>
            <a:off x="318935" y="4791075"/>
            <a:ext cx="2676525" cy="866775"/>
          </a:xfrm>
          <a:prstGeom prst="roundRect">
            <a:avLst>
              <a:gd name="adj" fmla="val 9890"/>
            </a:avLst>
          </a:prstGeom>
          <a:solidFill>
            <a:srgbClr val="F0F9FE"/>
          </a:solidFill>
          <a:ln w="7620">
            <a:solidFill>
              <a:srgbClr val="A4D7FF"/>
            </a:solidFill>
          </a:ln>
        </p:spPr>
        <p:txBody>
          <a:bodyPr/>
          <a:lstStyle/>
          <a:p/>
        </p:txBody>
      </p:sp>
      <p:sp>
        <p:nvSpPr>
          <p:cNvPr id="20" name="Roundrect 20"/>
          <p:cNvSpPr/>
          <p:nvPr/>
        </p:nvSpPr>
        <p:spPr>
          <a:xfrm>
            <a:off x="3090710" y="4791075"/>
            <a:ext cx="2952750" cy="866775"/>
          </a:xfrm>
          <a:prstGeom prst="roundRect">
            <a:avLst>
              <a:gd name="adj" fmla="val 9890"/>
            </a:avLst>
          </a:prstGeom>
          <a:solidFill>
            <a:srgbClr val="F0F9FE"/>
          </a:solidFill>
          <a:ln w="7620">
            <a:solidFill>
              <a:srgbClr val="A4D7FF"/>
            </a:solidFill>
          </a:ln>
        </p:spPr>
        <p:txBody>
          <a:bodyPr/>
          <a:lstStyle/>
          <a:p/>
        </p:txBody>
      </p:sp>
      <p:sp>
        <p:nvSpPr>
          <p:cNvPr id="21" name="Roundrect 21"/>
          <p:cNvSpPr/>
          <p:nvPr/>
        </p:nvSpPr>
        <p:spPr>
          <a:xfrm>
            <a:off x="6138710" y="4791075"/>
            <a:ext cx="2857500" cy="866775"/>
          </a:xfrm>
          <a:prstGeom prst="roundRect">
            <a:avLst>
              <a:gd name="adj" fmla="val 9890"/>
            </a:avLst>
          </a:prstGeom>
          <a:solidFill>
            <a:srgbClr val="F0F9FE"/>
          </a:solidFill>
          <a:ln w="7620">
            <a:solidFill>
              <a:srgbClr val="A4D7FF"/>
            </a:solidFill>
          </a:ln>
        </p:spPr>
        <p:txBody>
          <a:bodyPr/>
          <a:lstStyle/>
          <a:p/>
        </p:txBody>
      </p:sp>
      <p:sp>
        <p:nvSpPr>
          <p:cNvPr id="22" name="Roundrect 22"/>
          <p:cNvSpPr/>
          <p:nvPr/>
        </p:nvSpPr>
        <p:spPr>
          <a:xfrm>
            <a:off x="9100985" y="4791075"/>
            <a:ext cx="2781300" cy="866775"/>
          </a:xfrm>
          <a:prstGeom prst="roundRect">
            <a:avLst>
              <a:gd name="adj" fmla="val 9890"/>
            </a:avLst>
          </a:prstGeom>
          <a:solidFill>
            <a:srgbClr val="F0F9FE"/>
          </a:solidFill>
          <a:ln w="7620">
            <a:solidFill>
              <a:srgbClr val="A4D7FF"/>
            </a:solidFill>
          </a:ln>
        </p:spPr>
        <p:txBody>
          <a:bodyPr/>
          <a:lstStyle/>
          <a:p/>
        </p:txBody>
      </p:sp>
      <p:sp>
        <p:nvSpPr>
          <p:cNvPr id="23" name="Roundrect 23"/>
          <p:cNvSpPr/>
          <p:nvPr/>
        </p:nvSpPr>
        <p:spPr>
          <a:xfrm>
            <a:off x="7510310" y="1428750"/>
            <a:ext cx="4333875" cy="3162300"/>
          </a:xfrm>
          <a:prstGeom prst="roundRect">
            <a:avLst>
              <a:gd name="adj" fmla="val 3313"/>
            </a:avLst>
          </a:prstGeom>
          <a:solidFill>
            <a:srgbClr val="EFF9FE"/>
          </a:solidFill>
          <a:ln w="5715">
            <a:solidFill>
              <a:srgbClr val="C2E8FF"/>
            </a:solidFill>
          </a:ln>
        </p:spPr>
        <p:txBody>
          <a:bodyPr/>
          <a:lstStyle/>
          <a:p/>
        </p:txBody>
      </p:sp>
      <p:sp>
        <p:nvSpPr>
          <p:cNvPr id="24" name="Roundrect 24"/>
          <p:cNvSpPr/>
          <p:nvPr/>
        </p:nvSpPr>
        <p:spPr>
          <a:xfrm>
            <a:off x="1004735" y="4162425"/>
            <a:ext cx="6229350" cy="438150"/>
          </a:xfrm>
          <a:prstGeom prst="roundRect">
            <a:avLst>
              <a:gd name="adj" fmla="val 19565"/>
            </a:avLst>
          </a:prstGeom>
          <a:solidFill>
            <a:srgbClr val="EDF9FF"/>
          </a:solidFill>
          <a:ln w="7620">
            <a:solidFill>
              <a:srgbClr val="B9E7FF"/>
            </a:solidFill>
          </a:ln>
        </p:spPr>
        <p:txBody>
          <a:bodyPr/>
          <a:lstStyle/>
          <a:p/>
        </p:txBody>
      </p:sp>
      <p:sp>
        <p:nvSpPr>
          <p:cNvPr id="25" name="Polygon 25"/>
          <p:cNvSpPr/>
          <p:nvPr/>
        </p:nvSpPr>
        <p:spPr>
          <a:xfrm>
            <a:off x="1633385" y="5762625"/>
            <a:ext cx="9229725" cy="42862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468" y="0"/>
                </a:moveTo>
                <a:lnTo>
                  <a:pt x="21087" y="0"/>
                </a:lnTo>
                <a:lnTo>
                  <a:pt x="21600" y="10560"/>
                </a:lnTo>
                <a:lnTo>
                  <a:pt x="21087" y="21600"/>
                </a:lnTo>
                <a:lnTo>
                  <a:pt x="468" y="21600"/>
                </a:lnTo>
                <a:lnTo>
                  <a:pt x="0" y="11040"/>
                </a:lnTo>
                <a:close/>
              </a:path>
            </a:pathLst>
          </a:custGeom>
          <a:solidFill>
            <a:srgbClr val="EFFAFF"/>
          </a:solidFill>
          <a:ln w="8890">
            <a:solidFill>
              <a:srgbClr val="79CAEE"/>
            </a:solidFill>
          </a:ln>
        </p:spPr>
        <p:txBody>
          <a:bodyPr/>
          <a:lstStyle/>
          <a:p/>
        </p:txBody>
      </p:sp>
      <p:sp>
        <p:nvSpPr>
          <p:cNvPr id="26" name="Line 26"/>
          <p:cNvSpPr/>
          <p:nvPr/>
        </p:nvSpPr>
        <p:spPr>
          <a:xfrm>
            <a:off x="8158010" y="1619250"/>
            <a:ext cx="1343025" cy="0"/>
          </a:xfrm>
          <a:prstGeom prst="line">
            <a:avLst/>
          </a:prstGeom>
          <a:noFill/>
          <a:ln w="8890">
            <a:solidFill>
              <a:srgbClr val="18378B"/>
            </a:solidFill>
            <a:headEnd type="triangle"/>
            <a:tailEnd type="triangle"/>
          </a:ln>
        </p:spPr>
        <p:txBody>
          <a:bodyPr/>
          <a:lstStyle/>
          <a:p/>
        </p:txBody>
      </p:sp>
      <p:sp>
        <p:nvSpPr>
          <p:cNvPr id="27" name="Line 27"/>
          <p:cNvSpPr/>
          <p:nvPr/>
        </p:nvSpPr>
        <p:spPr>
          <a:xfrm>
            <a:off x="7872260" y="1771650"/>
            <a:ext cx="0" cy="504825"/>
          </a:xfrm>
          <a:prstGeom prst="line">
            <a:avLst/>
          </a:prstGeom>
          <a:noFill/>
          <a:ln w="8890">
            <a:solidFill>
              <a:srgbClr val="18378B"/>
            </a:solidFill>
            <a:headEnd type="triangle"/>
            <a:tailEnd type="triangle"/>
          </a:ln>
        </p:spPr>
        <p:txBody>
          <a:bodyPr/>
          <a:lstStyle/>
          <a:p/>
        </p:txBody>
      </p:sp>
      <p:sp>
        <p:nvSpPr>
          <p:cNvPr id="28" name="Line 28"/>
          <p:cNvSpPr/>
          <p:nvPr/>
        </p:nvSpPr>
        <p:spPr>
          <a:xfrm>
            <a:off x="7872260" y="1914525"/>
            <a:ext cx="266700" cy="0"/>
          </a:xfrm>
          <a:prstGeom prst="line">
            <a:avLst/>
          </a:prstGeom>
          <a:noFill/>
          <a:ln w="8890">
            <a:solidFill>
              <a:srgbClr val="18378B"/>
            </a:solidFill>
            <a:headEnd type="none"/>
            <a:tailEnd type="triangle"/>
          </a:ln>
        </p:spPr>
        <p:txBody>
          <a:bodyPr/>
          <a:lstStyle/>
          <a:p/>
        </p:txBody>
      </p:sp>
      <p:sp>
        <p:nvSpPr>
          <p:cNvPr id="29" name="Line 29"/>
          <p:cNvSpPr/>
          <p:nvPr/>
        </p:nvSpPr>
        <p:spPr>
          <a:xfrm>
            <a:off x="8348510" y="2305050"/>
            <a:ext cx="1590675" cy="0"/>
          </a:xfrm>
          <a:prstGeom prst="line">
            <a:avLst/>
          </a:prstGeom>
          <a:noFill/>
          <a:ln w="8890">
            <a:solidFill>
              <a:srgbClr val="18378B"/>
            </a:solidFill>
            <a:headEnd type="none"/>
            <a:tailEnd type="none"/>
          </a:ln>
        </p:spPr>
        <p:txBody>
          <a:bodyPr/>
          <a:lstStyle/>
          <a:p/>
        </p:txBody>
      </p:sp>
      <p:sp>
        <p:nvSpPr>
          <p:cNvPr id="30" name="Line 30"/>
          <p:cNvSpPr/>
          <p:nvPr/>
        </p:nvSpPr>
        <p:spPr>
          <a:xfrm flipV="1">
            <a:off x="8348510" y="2228850"/>
            <a:ext cx="0" cy="76200"/>
          </a:xfrm>
          <a:prstGeom prst="line">
            <a:avLst/>
          </a:prstGeom>
          <a:noFill/>
          <a:ln w="8890">
            <a:solidFill>
              <a:srgbClr val="18378B"/>
            </a:solidFill>
            <a:headEnd type="none"/>
            <a:tailEnd type="triangle"/>
          </a:ln>
        </p:spPr>
        <p:txBody>
          <a:bodyPr/>
          <a:lstStyle/>
          <a:p/>
        </p:txBody>
      </p:sp>
      <p:sp>
        <p:nvSpPr>
          <p:cNvPr id="31" name="Line 31"/>
          <p:cNvSpPr/>
          <p:nvPr/>
        </p:nvSpPr>
        <p:spPr>
          <a:xfrm flipV="1">
            <a:off x="8805710" y="2228850"/>
            <a:ext cx="0" cy="76200"/>
          </a:xfrm>
          <a:prstGeom prst="line">
            <a:avLst/>
          </a:prstGeom>
          <a:noFill/>
          <a:ln w="8890">
            <a:solidFill>
              <a:srgbClr val="18378B"/>
            </a:solidFill>
            <a:headEnd type="none"/>
            <a:tailEnd type="triangle"/>
          </a:ln>
        </p:spPr>
        <p:txBody>
          <a:bodyPr/>
          <a:lstStyle/>
          <a:p/>
        </p:txBody>
      </p:sp>
      <p:sp>
        <p:nvSpPr>
          <p:cNvPr id="32" name="Line 32"/>
          <p:cNvSpPr/>
          <p:nvPr/>
        </p:nvSpPr>
        <p:spPr>
          <a:xfrm flipV="1">
            <a:off x="9358160" y="2228850"/>
            <a:ext cx="0" cy="76200"/>
          </a:xfrm>
          <a:prstGeom prst="line">
            <a:avLst/>
          </a:prstGeom>
          <a:noFill/>
          <a:ln w="8890">
            <a:solidFill>
              <a:srgbClr val="18378B"/>
            </a:solidFill>
            <a:headEnd type="none"/>
            <a:tailEnd type="triangle"/>
          </a:ln>
        </p:spPr>
        <p:txBody>
          <a:bodyPr/>
          <a:lstStyle/>
          <a:p/>
        </p:txBody>
      </p:sp>
      <p:sp>
        <p:nvSpPr>
          <p:cNvPr id="33" name="Line 33"/>
          <p:cNvSpPr/>
          <p:nvPr/>
        </p:nvSpPr>
        <p:spPr>
          <a:xfrm flipV="1">
            <a:off x="9939185" y="2228850"/>
            <a:ext cx="0" cy="76200"/>
          </a:xfrm>
          <a:prstGeom prst="line">
            <a:avLst/>
          </a:prstGeom>
          <a:noFill/>
          <a:ln w="8890">
            <a:solidFill>
              <a:srgbClr val="18378B"/>
            </a:solidFill>
            <a:headEnd type="none"/>
            <a:tailEnd type="triangle"/>
          </a:ln>
        </p:spPr>
        <p:txBody>
          <a:bodyPr/>
          <a:lstStyle/>
          <a:p/>
        </p:txBody>
      </p:sp>
      <p:sp>
        <p:nvSpPr>
          <p:cNvPr id="34" name="Line 34"/>
          <p:cNvSpPr/>
          <p:nvPr/>
        </p:nvSpPr>
        <p:spPr>
          <a:xfrm>
            <a:off x="9024785" y="2305050"/>
            <a:ext cx="0" cy="123825"/>
          </a:xfrm>
          <a:prstGeom prst="line">
            <a:avLst/>
          </a:prstGeom>
          <a:noFill/>
          <a:ln w="8890">
            <a:solidFill>
              <a:srgbClr val="18378B"/>
            </a:solidFill>
            <a:headEnd type="none"/>
            <a:tailEnd type="triangle"/>
          </a:ln>
        </p:spPr>
        <p:txBody>
          <a:bodyPr/>
          <a:lstStyle/>
          <a:p/>
        </p:txBody>
      </p:sp>
      <p:sp>
        <p:nvSpPr>
          <p:cNvPr id="35" name="Path 35"/>
          <p:cNvSpPr/>
          <p:nvPr/>
        </p:nvSpPr>
        <p:spPr>
          <a:xfrm>
            <a:off x="8662835" y="2647950"/>
            <a:ext cx="66675" cy="561975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21600" y="0"/>
                </a:moveTo>
                <a:lnTo>
                  <a:pt x="0" y="0"/>
                </a:lnTo>
                <a:lnTo>
                  <a:pt x="0" y="21600"/>
                </a:lnTo>
              </a:path>
            </a:pathLst>
          </a:custGeom>
          <a:noFill/>
          <a:ln w="8890">
            <a:solidFill>
              <a:srgbClr val="18378B"/>
            </a:solidFill>
            <a:headEnd type="triangle"/>
            <a:tailEnd type="triangle"/>
          </a:ln>
        </p:spPr>
        <p:txBody>
          <a:bodyPr/>
          <a:lstStyle/>
          <a:p/>
        </p:txBody>
      </p:sp>
      <p:sp>
        <p:nvSpPr>
          <p:cNvPr id="36" name="Path 36"/>
          <p:cNvSpPr/>
          <p:nvPr/>
        </p:nvSpPr>
        <p:spPr>
          <a:xfrm>
            <a:off x="9291485" y="2647950"/>
            <a:ext cx="85725" cy="466725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</a:path>
            </a:pathLst>
          </a:custGeom>
          <a:noFill/>
          <a:ln w="8890">
            <a:solidFill>
              <a:srgbClr val="18378B"/>
            </a:solidFill>
            <a:headEnd type="triangle"/>
            <a:tailEnd type="triangle"/>
          </a:ln>
        </p:spPr>
        <p:txBody>
          <a:bodyPr/>
          <a:lstStyle/>
          <a:p/>
        </p:txBody>
      </p:sp>
      <p:sp>
        <p:nvSpPr>
          <p:cNvPr id="37" name="Line 37"/>
          <p:cNvSpPr/>
          <p:nvPr/>
        </p:nvSpPr>
        <p:spPr>
          <a:xfrm>
            <a:off x="9024785" y="3086100"/>
            <a:ext cx="0" cy="57150"/>
          </a:xfrm>
          <a:prstGeom prst="line">
            <a:avLst/>
          </a:prstGeom>
          <a:noFill/>
          <a:ln w="8890">
            <a:solidFill>
              <a:srgbClr val="18378B"/>
            </a:solidFill>
            <a:headEnd type="triangle"/>
            <a:tailEnd type="triangle"/>
          </a:ln>
        </p:spPr>
        <p:txBody>
          <a:bodyPr/>
          <a:lstStyle/>
          <a:p/>
        </p:txBody>
      </p:sp>
      <p:sp>
        <p:nvSpPr>
          <p:cNvPr id="38" name="Line 38"/>
          <p:cNvSpPr/>
          <p:nvPr/>
        </p:nvSpPr>
        <p:spPr>
          <a:xfrm>
            <a:off x="9053360" y="3409950"/>
            <a:ext cx="0" cy="85725"/>
          </a:xfrm>
          <a:prstGeom prst="line">
            <a:avLst/>
          </a:prstGeom>
          <a:noFill/>
          <a:ln w="8890">
            <a:solidFill>
              <a:srgbClr val="18378B"/>
            </a:solidFill>
            <a:headEnd type="none"/>
            <a:tailEnd type="triangle"/>
          </a:ln>
        </p:spPr>
        <p:txBody>
          <a:bodyPr/>
          <a:lstStyle/>
          <a:p/>
        </p:txBody>
      </p:sp>
      <p:sp>
        <p:nvSpPr>
          <p:cNvPr id="39" name="Path 39"/>
          <p:cNvSpPr/>
          <p:nvPr/>
        </p:nvSpPr>
        <p:spPr>
          <a:xfrm>
            <a:off x="7548410" y="2733675"/>
            <a:ext cx="1504950" cy="1600200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2051" y="0"/>
                </a:moveTo>
                <a:lnTo>
                  <a:pt x="0" y="0"/>
                </a:lnTo>
                <a:lnTo>
                  <a:pt x="0" y="21600"/>
                </a:lnTo>
                <a:lnTo>
                  <a:pt x="21600" y="21600"/>
                </a:lnTo>
                <a:lnTo>
                  <a:pt x="21600" y="15814"/>
                </a:lnTo>
              </a:path>
            </a:pathLst>
          </a:custGeom>
          <a:noFill/>
          <a:ln w="8890">
            <a:solidFill>
              <a:srgbClr val="18378B"/>
            </a:solidFill>
            <a:headEnd type="triangle"/>
            <a:tailEnd type="triangle"/>
          </a:ln>
        </p:spPr>
        <p:txBody>
          <a:bodyPr/>
          <a:lstStyle/>
          <a:p/>
        </p:txBody>
      </p:sp>
      <p:sp>
        <p:nvSpPr>
          <p:cNvPr id="40" name="Line 40"/>
          <p:cNvSpPr/>
          <p:nvPr/>
        </p:nvSpPr>
        <p:spPr>
          <a:xfrm>
            <a:off x="7548410" y="3124200"/>
            <a:ext cx="123825" cy="0"/>
          </a:xfrm>
          <a:prstGeom prst="line">
            <a:avLst/>
          </a:prstGeom>
          <a:noFill/>
          <a:ln w="8890">
            <a:solidFill>
              <a:srgbClr val="18378B"/>
            </a:solidFill>
            <a:headEnd type="none"/>
            <a:tailEnd type="triangle"/>
          </a:ln>
        </p:spPr>
        <p:txBody>
          <a:bodyPr/>
          <a:lstStyle/>
          <a:p/>
        </p:txBody>
      </p:sp>
      <p:sp>
        <p:nvSpPr>
          <p:cNvPr id="41" name="Line 41"/>
          <p:cNvSpPr/>
          <p:nvPr/>
        </p:nvSpPr>
        <p:spPr>
          <a:xfrm>
            <a:off x="7548410" y="3609975"/>
            <a:ext cx="123825" cy="0"/>
          </a:xfrm>
          <a:prstGeom prst="line">
            <a:avLst/>
          </a:prstGeom>
          <a:noFill/>
          <a:ln w="8890">
            <a:solidFill>
              <a:srgbClr val="18378B"/>
            </a:solidFill>
            <a:headEnd type="none"/>
            <a:tailEnd type="triangle"/>
          </a:ln>
        </p:spPr>
        <p:txBody>
          <a:bodyPr/>
          <a:lstStyle/>
          <a:p/>
        </p:txBody>
      </p:sp>
      <p:sp>
        <p:nvSpPr>
          <p:cNvPr id="42" name="Line 42"/>
          <p:cNvSpPr/>
          <p:nvPr/>
        </p:nvSpPr>
        <p:spPr>
          <a:xfrm>
            <a:off x="9053360" y="4152900"/>
            <a:ext cx="323850" cy="0"/>
          </a:xfrm>
          <a:prstGeom prst="line">
            <a:avLst/>
          </a:prstGeom>
          <a:noFill/>
          <a:ln w="8890">
            <a:solidFill>
              <a:srgbClr val="18378B"/>
            </a:solidFill>
            <a:headEnd type="none"/>
            <a:tailEnd type="triangle"/>
          </a:ln>
        </p:spPr>
        <p:txBody>
          <a:bodyPr/>
          <a:lstStyle/>
          <a:p/>
        </p:txBody>
      </p:sp>
      <p:sp>
        <p:nvSpPr>
          <p:cNvPr id="43" name="Path 43"/>
          <p:cNvSpPr/>
          <p:nvPr/>
        </p:nvSpPr>
        <p:spPr>
          <a:xfrm>
            <a:off x="8119910" y="3124200"/>
            <a:ext cx="123825" cy="476250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1662" y="21600"/>
                </a:lnTo>
              </a:path>
            </a:pathLst>
          </a:custGeom>
          <a:noFill/>
          <a:ln w="8890">
            <a:solidFill>
              <a:srgbClr val="18378B"/>
            </a:solidFill>
            <a:headEnd type="triangle"/>
            <a:tailEnd type="triangle"/>
          </a:ln>
        </p:spPr>
        <p:txBody>
          <a:bodyPr/>
          <a:lstStyle/>
          <a:p/>
        </p:txBody>
      </p:sp>
      <p:sp>
        <p:nvSpPr>
          <p:cNvPr id="44" name="Line 44"/>
          <p:cNvSpPr/>
          <p:nvPr/>
        </p:nvSpPr>
        <p:spPr>
          <a:xfrm>
            <a:off x="8243735" y="3371850"/>
            <a:ext cx="123825" cy="0"/>
          </a:xfrm>
          <a:prstGeom prst="line">
            <a:avLst/>
          </a:prstGeom>
          <a:noFill/>
          <a:ln w="8890">
            <a:solidFill>
              <a:srgbClr val="18378B"/>
            </a:solidFill>
            <a:headEnd type="none"/>
            <a:tailEnd type="triangle"/>
          </a:ln>
        </p:spPr>
        <p:txBody>
          <a:bodyPr/>
          <a:lstStyle/>
          <a:p/>
        </p:txBody>
      </p:sp>
      <p:sp>
        <p:nvSpPr>
          <p:cNvPr id="45" name="Line 45"/>
          <p:cNvSpPr/>
          <p:nvPr/>
        </p:nvSpPr>
        <p:spPr>
          <a:xfrm>
            <a:off x="9939185" y="3152775"/>
            <a:ext cx="238125" cy="0"/>
          </a:xfrm>
          <a:prstGeom prst="line">
            <a:avLst/>
          </a:prstGeom>
          <a:noFill/>
          <a:ln w="8890">
            <a:solidFill>
              <a:srgbClr val="18378B"/>
            </a:solidFill>
            <a:headEnd type="triangle"/>
            <a:tailEnd type="triangle"/>
          </a:ln>
        </p:spPr>
        <p:txBody>
          <a:bodyPr/>
          <a:lstStyle/>
          <a:p/>
        </p:txBody>
      </p:sp>
      <p:sp>
        <p:nvSpPr>
          <p:cNvPr id="46" name="Path 46"/>
          <p:cNvSpPr/>
          <p:nvPr/>
        </p:nvSpPr>
        <p:spPr>
          <a:xfrm>
            <a:off x="10053485" y="2486025"/>
            <a:ext cx="114300" cy="666750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0" y="21600"/>
                </a:moveTo>
                <a:lnTo>
                  <a:pt x="0" y="0"/>
                </a:lnTo>
                <a:lnTo>
                  <a:pt x="21600" y="0"/>
                </a:lnTo>
              </a:path>
            </a:pathLst>
          </a:custGeom>
          <a:noFill/>
          <a:ln w="8890">
            <a:solidFill>
              <a:srgbClr val="18378B"/>
            </a:solidFill>
            <a:headEnd type="none"/>
            <a:tailEnd type="triangle"/>
          </a:ln>
        </p:spPr>
        <p:txBody>
          <a:bodyPr/>
          <a:lstStyle/>
          <a:p/>
        </p:txBody>
      </p:sp>
      <p:sp>
        <p:nvSpPr>
          <p:cNvPr id="47" name="Path 47"/>
          <p:cNvSpPr/>
          <p:nvPr/>
        </p:nvSpPr>
        <p:spPr>
          <a:xfrm>
            <a:off x="10053485" y="3152775"/>
            <a:ext cx="114300" cy="657225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0" y="0"/>
                </a:moveTo>
                <a:lnTo>
                  <a:pt x="0" y="21600"/>
                </a:lnTo>
                <a:lnTo>
                  <a:pt x="21600" y="21600"/>
                </a:lnTo>
              </a:path>
            </a:pathLst>
          </a:custGeom>
          <a:noFill/>
          <a:ln w="8890">
            <a:solidFill>
              <a:srgbClr val="18378B"/>
            </a:solidFill>
            <a:headEnd type="none"/>
            <a:tailEnd type="triangle"/>
          </a:ln>
        </p:spPr>
        <p:txBody>
          <a:bodyPr/>
          <a:lstStyle/>
          <a:p/>
        </p:txBody>
      </p:sp>
      <p:sp>
        <p:nvSpPr>
          <p:cNvPr id="48" name="Path 48"/>
          <p:cNvSpPr/>
          <p:nvPr/>
        </p:nvSpPr>
        <p:spPr>
          <a:xfrm>
            <a:off x="10424960" y="1619250"/>
            <a:ext cx="142875" cy="714375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0" y="21600"/>
                </a:moveTo>
                <a:lnTo>
                  <a:pt x="0" y="0"/>
                </a:lnTo>
                <a:lnTo>
                  <a:pt x="21600" y="0"/>
                </a:lnTo>
              </a:path>
            </a:pathLst>
          </a:custGeom>
          <a:noFill/>
          <a:ln w="8890">
            <a:solidFill>
              <a:srgbClr val="18378B"/>
            </a:solidFill>
            <a:headEnd type="triangle"/>
            <a:tailEnd type="triangle"/>
          </a:ln>
        </p:spPr>
        <p:txBody>
          <a:bodyPr/>
          <a:lstStyle/>
          <a:p/>
        </p:txBody>
      </p:sp>
      <p:sp>
        <p:nvSpPr>
          <p:cNvPr id="49" name="Line 49"/>
          <p:cNvSpPr/>
          <p:nvPr/>
        </p:nvSpPr>
        <p:spPr>
          <a:xfrm>
            <a:off x="10424960" y="2743200"/>
            <a:ext cx="0" cy="247650"/>
          </a:xfrm>
          <a:prstGeom prst="line">
            <a:avLst/>
          </a:prstGeom>
          <a:noFill/>
          <a:ln w="8890">
            <a:solidFill>
              <a:srgbClr val="18378B"/>
            </a:solidFill>
            <a:headEnd type="triangle"/>
            <a:tailEnd type="triangle"/>
          </a:ln>
        </p:spPr>
        <p:txBody>
          <a:bodyPr/>
          <a:lstStyle/>
          <a:p/>
        </p:txBody>
      </p:sp>
      <p:sp>
        <p:nvSpPr>
          <p:cNvPr id="50" name="Line 50"/>
          <p:cNvSpPr/>
          <p:nvPr/>
        </p:nvSpPr>
        <p:spPr>
          <a:xfrm>
            <a:off x="10548785" y="2486025"/>
            <a:ext cx="228600" cy="0"/>
          </a:xfrm>
          <a:prstGeom prst="line">
            <a:avLst/>
          </a:prstGeom>
          <a:noFill/>
          <a:ln w="8890">
            <a:solidFill>
              <a:srgbClr val="18378B"/>
            </a:solidFill>
            <a:headEnd type="triangle"/>
            <a:tailEnd type="triangle"/>
          </a:ln>
        </p:spPr>
        <p:txBody>
          <a:bodyPr/>
          <a:lstStyle/>
          <a:p/>
        </p:txBody>
      </p:sp>
      <p:sp>
        <p:nvSpPr>
          <p:cNvPr id="51" name="Line 51"/>
          <p:cNvSpPr/>
          <p:nvPr/>
        </p:nvSpPr>
        <p:spPr>
          <a:xfrm>
            <a:off x="11082185" y="2486025"/>
            <a:ext cx="219075" cy="0"/>
          </a:xfrm>
          <a:prstGeom prst="line">
            <a:avLst/>
          </a:prstGeom>
          <a:noFill/>
          <a:ln w="8890">
            <a:solidFill>
              <a:srgbClr val="18378B"/>
            </a:solidFill>
            <a:headEnd type="triangle"/>
            <a:tailEnd type="triangle"/>
          </a:ln>
        </p:spPr>
        <p:txBody>
          <a:bodyPr/>
          <a:lstStyle/>
          <a:p/>
        </p:txBody>
      </p:sp>
      <p:sp>
        <p:nvSpPr>
          <p:cNvPr id="52" name="Path 52"/>
          <p:cNvSpPr/>
          <p:nvPr/>
        </p:nvSpPr>
        <p:spPr>
          <a:xfrm>
            <a:off x="10529735" y="3028950"/>
            <a:ext cx="238125" cy="180975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0" y="0"/>
                </a:moveTo>
                <a:lnTo>
                  <a:pt x="7776" y="0"/>
                </a:lnTo>
                <a:lnTo>
                  <a:pt x="7776" y="21600"/>
                </a:lnTo>
                <a:lnTo>
                  <a:pt x="21600" y="21600"/>
                </a:lnTo>
              </a:path>
            </a:pathLst>
          </a:custGeom>
          <a:noFill/>
          <a:ln w="8890">
            <a:solidFill>
              <a:srgbClr val="18378B"/>
            </a:solidFill>
            <a:headEnd type="none"/>
            <a:tailEnd type="triangle"/>
          </a:ln>
        </p:spPr>
        <p:txBody>
          <a:bodyPr/>
          <a:lstStyle/>
          <a:p/>
        </p:txBody>
      </p:sp>
      <p:sp>
        <p:nvSpPr>
          <p:cNvPr id="53" name="Line 53"/>
          <p:cNvSpPr/>
          <p:nvPr/>
        </p:nvSpPr>
        <p:spPr>
          <a:xfrm>
            <a:off x="11082185" y="3209925"/>
            <a:ext cx="219075" cy="0"/>
          </a:xfrm>
          <a:prstGeom prst="line">
            <a:avLst/>
          </a:prstGeom>
          <a:noFill/>
          <a:ln w="8890">
            <a:solidFill>
              <a:srgbClr val="18378B"/>
            </a:solidFill>
            <a:headEnd type="triangle"/>
            <a:tailEnd type="triangle"/>
          </a:ln>
        </p:spPr>
        <p:txBody>
          <a:bodyPr/>
          <a:lstStyle/>
          <a:p/>
        </p:txBody>
      </p:sp>
      <p:sp>
        <p:nvSpPr>
          <p:cNvPr id="54" name="Line 54"/>
          <p:cNvSpPr/>
          <p:nvPr/>
        </p:nvSpPr>
        <p:spPr>
          <a:xfrm>
            <a:off x="10424960" y="3562350"/>
            <a:ext cx="0" cy="76200"/>
          </a:xfrm>
          <a:prstGeom prst="line">
            <a:avLst/>
          </a:prstGeom>
          <a:noFill/>
          <a:ln w="8890">
            <a:solidFill>
              <a:srgbClr val="18378B"/>
            </a:solidFill>
            <a:headEnd type="none"/>
            <a:tailEnd type="triangle"/>
          </a:ln>
        </p:spPr>
        <p:txBody>
          <a:bodyPr/>
          <a:lstStyle/>
          <a:p/>
        </p:txBody>
      </p:sp>
      <p:sp>
        <p:nvSpPr>
          <p:cNvPr id="55" name="Line 55"/>
          <p:cNvSpPr/>
          <p:nvPr/>
        </p:nvSpPr>
        <p:spPr>
          <a:xfrm>
            <a:off x="10053485" y="3390900"/>
            <a:ext cx="66675" cy="0"/>
          </a:xfrm>
          <a:prstGeom prst="line">
            <a:avLst/>
          </a:prstGeom>
          <a:noFill/>
          <a:ln w="8890">
            <a:solidFill>
              <a:srgbClr val="18378B"/>
            </a:solidFill>
            <a:headEnd type="none"/>
            <a:tailEnd type="none"/>
          </a:ln>
        </p:spPr>
        <p:txBody>
          <a:bodyPr/>
          <a:lstStyle/>
          <a:p/>
        </p:txBody>
      </p:sp>
      <p:sp>
        <p:nvSpPr>
          <p:cNvPr id="56" name="Path 56"/>
          <p:cNvSpPr/>
          <p:nvPr/>
        </p:nvSpPr>
        <p:spPr>
          <a:xfrm>
            <a:off x="10558310" y="3800475"/>
            <a:ext cx="238125" cy="457200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21600" y="0"/>
                </a:moveTo>
                <a:lnTo>
                  <a:pt x="0" y="0"/>
                </a:lnTo>
                <a:lnTo>
                  <a:pt x="0" y="21600"/>
                </a:lnTo>
              </a:path>
            </a:pathLst>
          </a:custGeom>
          <a:noFill/>
          <a:ln w="8890">
            <a:solidFill>
              <a:srgbClr val="18378B"/>
            </a:solidFill>
            <a:headEnd type="triangle"/>
            <a:tailEnd type="triangle"/>
          </a:ln>
        </p:spPr>
        <p:txBody>
          <a:bodyPr/>
          <a:lstStyle/>
          <a:p/>
        </p:txBody>
      </p:sp>
      <p:sp>
        <p:nvSpPr>
          <p:cNvPr id="57" name="Line 57"/>
          <p:cNvSpPr/>
          <p:nvPr/>
        </p:nvSpPr>
        <p:spPr>
          <a:xfrm>
            <a:off x="11072660" y="3952875"/>
            <a:ext cx="228600" cy="0"/>
          </a:xfrm>
          <a:prstGeom prst="line">
            <a:avLst/>
          </a:prstGeom>
          <a:noFill/>
          <a:ln w="8890">
            <a:solidFill>
              <a:srgbClr val="18378B"/>
            </a:solidFill>
            <a:headEnd type="triangle"/>
            <a:tailEnd type="triangle"/>
          </a:ln>
        </p:spPr>
        <p:txBody>
          <a:bodyPr/>
          <a:lstStyle/>
          <a:p/>
        </p:txBody>
      </p:sp>
      <p:pic>
        <p:nvPicPr>
          <p:cNvPr id="58" name="Current-source builtin separated mechanical drum photograph; blue caption and red dotted annotation removed; no ordinary labels attached."/>
          <p:cNvPicPr/>
          <p:nvPr/>
        </p:nvPicPr>
        <p:blipFill>
          <a:blip r:embed="rId7"/>
          <a:stretch>
            <a:fillRect/>
          </a:stretch>
        </p:blipFill>
        <p:spPr>
          <a:xfrm>
            <a:off x="345823" y="1393559"/>
            <a:ext cx="1765500" cy="1499131"/>
          </a:xfrm>
          <a:prstGeom prst="rect">
            <a:avLst/>
          </a:prstGeom>
        </p:spPr>
      </p:pic>
      <p:pic>
        <p:nvPicPr>
          <p:cNvPr id="59" name="Current-source builtin separated pose-tilt mechanism photograph with ordinary caption removed."/>
          <p:cNvPicPr/>
          <p:nvPr/>
        </p:nvPicPr>
        <p:blipFill>
          <a:blip r:embed="rId8"/>
          <a:stretch>
            <a:fillRect/>
          </a:stretch>
        </p:blipFill>
        <p:spPr>
          <a:xfrm>
            <a:off x="357951" y="2795847"/>
            <a:ext cx="1741242" cy="1342505"/>
          </a:xfrm>
          <a:prstGeom prst="rect">
            <a:avLst/>
          </a:prstGeom>
        </p:spPr>
      </p:pic>
      <p:pic>
        <p:nvPicPr>
          <p:cNvPr id="60" name="Current-source builtin separated exact green lift/radar rendering."/>
          <p:cNvPicPr/>
          <p:nvPr/>
        </p:nvPicPr>
        <p:blipFill>
          <a:blip r:embed="rId9"/>
          <a:stretch>
            <a:fillRect/>
          </a:stretch>
        </p:blipFill>
        <p:spPr>
          <a:xfrm>
            <a:off x="2225333" y="1767320"/>
            <a:ext cx="987804" cy="2363932"/>
          </a:xfrm>
          <a:prstGeom prst="rect">
            <a:avLst/>
          </a:prstGeom>
        </p:spPr>
      </p:pic>
      <p:pic>
        <p:nvPicPr>
          <p:cNvPr id="61" name="Current-source builtin separated open yellow robot rendering with all ordinary callout text/lines/arrows removed."/>
          <p:cNvPicPr/>
          <p:nvPr/>
        </p:nvPicPr>
        <p:blipFill>
          <a:blip r:embed="rId10"/>
          <a:stretch>
            <a:fillRect/>
          </a:stretch>
        </p:blipFill>
        <p:spPr>
          <a:xfrm>
            <a:off x="3359169" y="1701701"/>
            <a:ext cx="1749083" cy="2062758"/>
          </a:xfrm>
          <a:prstGeom prst="rect">
            <a:avLst/>
          </a:prstGeom>
        </p:spPr>
      </p:pic>
      <p:pic>
        <p:nvPicPr>
          <p:cNvPr id="62" name="Current-source builtin separated closed yellow robot rendering with ordinary callouts removed."/>
          <p:cNvPicPr/>
          <p:nvPr/>
        </p:nvPicPr>
        <p:blipFill>
          <a:blip r:embed="rId11"/>
          <a:stretch>
            <a:fillRect/>
          </a:stretch>
        </p:blipFill>
        <p:spPr>
          <a:xfrm>
            <a:off x="5007103" y="1832117"/>
            <a:ext cx="1539314" cy="1928322"/>
          </a:xfrm>
          <a:prstGeom prst="rect">
            <a:avLst/>
          </a:prstGeom>
        </p:spPr>
      </p:pic>
      <p:pic>
        <p:nvPicPr>
          <p:cNvPr id="63" name="Current-source builtin separated DTU module and antennas; physical device print is identity."/>
          <p:cNvPicPr/>
          <p:nvPr/>
        </p:nvPicPr>
        <p:blipFill>
          <a:blip r:embed="rId12"/>
          <a:stretch>
            <a:fillRect/>
          </a:stretch>
        </p:blipFill>
        <p:spPr>
          <a:xfrm>
            <a:off x="6658828" y="1487003"/>
            <a:ext cx="569490" cy="645494"/>
          </a:xfrm>
          <a:prstGeom prst="rect">
            <a:avLst/>
          </a:prstGeom>
        </p:spPr>
      </p:pic>
      <p:pic>
        <p:nvPicPr>
          <p:cNvPr id="64" name="Current-source builtin separated electronic controller board."/>
          <p:cNvPicPr/>
          <p:nvPr/>
        </p:nvPicPr>
        <p:blipFill>
          <a:blip r:embed="rId13"/>
          <a:stretch>
            <a:fillRect/>
          </a:stretch>
        </p:blipFill>
        <p:spPr>
          <a:xfrm>
            <a:off x="6656016" y="2332975"/>
            <a:ext cx="575113" cy="422910"/>
          </a:xfrm>
          <a:prstGeom prst="rect">
            <a:avLst/>
          </a:prstGeom>
        </p:spPr>
      </p:pic>
      <p:pic>
        <p:nvPicPr>
          <p:cNvPr id="65" name="Current-source builtin separated USB485 board."/>
          <p:cNvPicPr/>
          <p:nvPr/>
        </p:nvPicPr>
        <p:blipFill>
          <a:blip r:embed="rId14"/>
          <a:stretch>
            <a:fillRect/>
          </a:stretch>
        </p:blipFill>
        <p:spPr>
          <a:xfrm>
            <a:off x="6663923" y="2959554"/>
            <a:ext cx="559299" cy="415018"/>
          </a:xfrm>
          <a:prstGeom prst="rect">
            <a:avLst/>
          </a:prstGeom>
        </p:spPr>
      </p:pic>
      <p:pic>
        <p:nvPicPr>
          <p:cNvPr id="66" name="Current-source builtin separated relay board."/>
          <p:cNvPicPr/>
          <p:nvPr/>
        </p:nvPicPr>
        <p:blipFill>
          <a:blip r:embed="rId15"/>
          <a:stretch>
            <a:fillRect/>
          </a:stretch>
        </p:blipFill>
        <p:spPr>
          <a:xfrm>
            <a:off x="6664303" y="3574108"/>
            <a:ext cx="558540" cy="387380"/>
          </a:xfrm>
          <a:prstGeom prst="rect">
            <a:avLst/>
          </a:prstGeom>
        </p:spPr>
      </p:pic>
      <p:pic>
        <p:nvPicPr>
          <p:cNvPr id="67" name="Current-source builtin image-edit separated Black laser cylinder. Ordinary technical labels and wires removed; hardware surface identity print may remain."/>
          <p:cNvPicPr/>
          <p:nvPr/>
        </p:nvPicPr>
        <p:blipFill>
          <a:blip r:embed="rId17"/>
          <a:stretch>
            <a:fillRect/>
          </a:stretch>
        </p:blipFill>
        <p:spPr>
          <a:xfrm>
            <a:off x="8113874" y="1729317"/>
            <a:ext cx="459746" cy="370417"/>
          </a:xfrm>
          <a:prstGeom prst="rect">
            <a:avLst/>
          </a:prstGeom>
        </p:spPr>
      </p:pic>
      <p:pic>
        <p:nvPicPr>
          <p:cNvPr id="68" name="Current-source builtin image-edit separated IMU black sensor box. Ordinary technical labels and wires removed; hardware surface identity print may remain."/>
          <p:cNvPicPr/>
          <p:nvPr/>
        </p:nvPicPr>
        <p:blipFill>
          <a:blip r:embed="rId18"/>
          <a:stretch>
            <a:fillRect/>
          </a:stretch>
        </p:blipFill>
        <p:spPr>
          <a:xfrm>
            <a:off x="8591890" y="1762793"/>
            <a:ext cx="494315" cy="341563"/>
          </a:xfrm>
          <a:prstGeom prst="rect">
            <a:avLst/>
          </a:prstGeom>
        </p:spPr>
      </p:pic>
      <p:pic>
        <p:nvPicPr>
          <p:cNvPr id="69" name="Current-source builtin image-edit separated GNSS black sensor box. Ordinary technical labels and wires removed; hardware surface identity print may remain."/>
          <p:cNvPicPr/>
          <p:nvPr/>
        </p:nvPicPr>
        <p:blipFill>
          <a:blip r:embed="rId19"/>
          <a:stretch>
            <a:fillRect/>
          </a:stretch>
        </p:blipFill>
        <p:spPr>
          <a:xfrm>
            <a:off x="9135533" y="1757729"/>
            <a:ext cx="492878" cy="361217"/>
          </a:xfrm>
          <a:prstGeom prst="rect">
            <a:avLst/>
          </a:prstGeom>
        </p:spPr>
      </p:pic>
      <p:pic>
        <p:nvPicPr>
          <p:cNvPr id="70" name="Current-source builtin image-edit separated Source repeated DTU antenna module. Ordinary technical labels and wires removed; hardware surface identity print may remain."/>
          <p:cNvPicPr/>
          <p:nvPr/>
        </p:nvPicPr>
        <p:blipFill>
          <a:blip r:embed="rId20"/>
          <a:stretch>
            <a:fillRect/>
          </a:stretch>
        </p:blipFill>
        <p:spPr>
          <a:xfrm>
            <a:off x="9745976" y="1497330"/>
            <a:ext cx="557868" cy="634365"/>
          </a:xfrm>
          <a:prstGeom prst="rect">
            <a:avLst/>
          </a:prstGeom>
        </p:spPr>
      </p:pic>
      <p:pic>
        <p:nvPicPr>
          <p:cNvPr id="71" name="Current-source builtin image-edit separated 48V to24V silver converter. Ordinary technical labels and wires removed; hardware surface identity print may remain."/>
          <p:cNvPicPr/>
          <p:nvPr/>
        </p:nvPicPr>
        <p:blipFill>
          <a:blip r:embed="rId21"/>
          <a:stretch>
            <a:fillRect/>
          </a:stretch>
        </p:blipFill>
        <p:spPr>
          <a:xfrm>
            <a:off x="7661004" y="2538585"/>
            <a:ext cx="412987" cy="333030"/>
          </a:xfrm>
          <a:prstGeom prst="rect">
            <a:avLst/>
          </a:prstGeom>
        </p:spPr>
      </p:pic>
      <p:pic>
        <p:nvPicPr>
          <p:cNvPr id="72" name="Current-source builtin image-edit separated Upper motor driver and attached PCB. Ordinary technical labels and wires removed; hardware surface identity print may remain."/>
          <p:cNvPicPr/>
          <p:nvPr/>
        </p:nvPicPr>
        <p:blipFill>
          <a:blip r:embed="rId22"/>
          <a:stretch>
            <a:fillRect/>
          </a:stretch>
        </p:blipFill>
        <p:spPr>
          <a:xfrm>
            <a:off x="7637986" y="2970429"/>
            <a:ext cx="516174" cy="307541"/>
          </a:xfrm>
          <a:prstGeom prst="rect">
            <a:avLst/>
          </a:prstGeom>
        </p:spPr>
      </p:pic>
      <p:pic>
        <p:nvPicPr>
          <p:cNvPr id="73" name="Current-source builtin image-edit separated Source repeated lower motor driver and PCB. Ordinary technical labels and wires removed; hardware surface identity print may remain."/>
          <p:cNvPicPr/>
          <p:nvPr/>
        </p:nvPicPr>
        <p:blipFill>
          <a:blip r:embed="rId23"/>
          <a:stretch>
            <a:fillRect/>
          </a:stretch>
        </p:blipFill>
        <p:spPr>
          <a:xfrm>
            <a:off x="7637986" y="3456204"/>
            <a:ext cx="516174" cy="307541"/>
          </a:xfrm>
          <a:prstGeom prst="rect">
            <a:avLst/>
          </a:prstGeom>
        </p:spPr>
      </p:pic>
      <p:pic>
        <p:nvPicPr>
          <p:cNvPr id="74" name="Current-source builtin image-edit separated 1:3 microcontroller board. Ordinary technical labels and wires removed; hardware surface identity print may remain."/>
          <p:cNvPicPr/>
          <p:nvPr/>
        </p:nvPicPr>
        <p:blipFill>
          <a:blip r:embed="rId24"/>
          <a:stretch>
            <a:fillRect/>
          </a:stretch>
        </p:blipFill>
        <p:spPr>
          <a:xfrm>
            <a:off x="8348807" y="3181910"/>
            <a:ext cx="568943" cy="427504"/>
          </a:xfrm>
          <a:prstGeom prst="rect">
            <a:avLst/>
          </a:prstGeom>
        </p:spPr>
      </p:pic>
      <p:pic>
        <p:nvPicPr>
          <p:cNvPr id="75" name="Current-source builtin image-edit separated FEVM FN606 master unit box. Ordinary technical labels and wires removed; hardware surface identity print may remain."/>
          <p:cNvPicPr/>
          <p:nvPr/>
        </p:nvPicPr>
        <p:blipFill>
          <a:blip r:embed="rId25"/>
          <a:stretch>
            <a:fillRect/>
          </a:stretch>
        </p:blipFill>
        <p:spPr>
          <a:xfrm>
            <a:off x="8686364" y="2390394"/>
            <a:ext cx="598656" cy="496062"/>
          </a:xfrm>
          <a:prstGeom prst="rect">
            <a:avLst/>
          </a:prstGeom>
        </p:spPr>
      </p:pic>
      <p:pic>
        <p:nvPicPr>
          <p:cNvPr id="76" name="Current-source builtin image-edit separated 48V to20V silver converter. Ordinary technical labels and wires removed; hardware surface identity print may remain."/>
          <p:cNvPicPr/>
          <p:nvPr/>
        </p:nvPicPr>
        <p:blipFill>
          <a:blip r:embed="rId26"/>
          <a:stretch>
            <a:fillRect/>
          </a:stretch>
        </p:blipFill>
        <p:spPr>
          <a:xfrm>
            <a:off x="8887869" y="3441285"/>
            <a:ext cx="435757" cy="487911"/>
          </a:xfrm>
          <a:prstGeom prst="rect">
            <a:avLst/>
          </a:prstGeom>
        </p:spPr>
      </p:pic>
      <p:pic>
        <p:nvPicPr>
          <p:cNvPr id="77" name="Current-source builtin image-edit separated Vehicle Power Supply box. Ordinary technical labels and wires removed; hardware surface identity print may remain."/>
          <p:cNvPicPr/>
          <p:nvPr/>
        </p:nvPicPr>
        <p:blipFill>
          <a:blip r:embed="rId27"/>
          <a:stretch>
            <a:fillRect/>
          </a:stretch>
        </p:blipFill>
        <p:spPr>
          <a:xfrm>
            <a:off x="9366407" y="3854916"/>
            <a:ext cx="731799" cy="545284"/>
          </a:xfrm>
          <a:prstGeom prst="rect">
            <a:avLst/>
          </a:prstGeom>
        </p:spPr>
      </p:pic>
      <p:pic>
        <p:nvPicPr>
          <p:cNvPr id="78" name="Current-source builtin image-edit separated Upper converter PCB module. Ordinary technical labels and wires removed; hardware surface identity print may remain."/>
          <p:cNvPicPr/>
          <p:nvPr/>
        </p:nvPicPr>
        <p:blipFill>
          <a:blip r:embed="rId28"/>
          <a:stretch>
            <a:fillRect/>
          </a:stretch>
        </p:blipFill>
        <p:spPr>
          <a:xfrm>
            <a:off x="10145892" y="2299865"/>
            <a:ext cx="424787" cy="391370"/>
          </a:xfrm>
          <a:prstGeom prst="rect">
            <a:avLst/>
          </a:prstGeom>
        </p:spPr>
      </p:pic>
      <p:pic>
        <p:nvPicPr>
          <p:cNvPr id="79" name="Current-source builtin image-edit separated Source repeated middle converter PCB module. Ordinary technical labels and wires removed; hardware surface identity print may remain."/>
          <p:cNvPicPr/>
          <p:nvPr/>
        </p:nvPicPr>
        <p:blipFill>
          <a:blip r:embed="rId29"/>
          <a:stretch>
            <a:fillRect/>
          </a:stretch>
        </p:blipFill>
        <p:spPr>
          <a:xfrm>
            <a:off x="10145892" y="2976140"/>
            <a:ext cx="424787" cy="391370"/>
          </a:xfrm>
          <a:prstGeom prst="rect">
            <a:avLst/>
          </a:prstGeom>
        </p:spPr>
      </p:pic>
      <p:pic>
        <p:nvPicPr>
          <p:cNvPr id="80" name="Current-source builtin image-edit separated USB to RS485 PCB. Ordinary technical labels and wires removed; hardware surface identity print may remain."/>
          <p:cNvPicPr/>
          <p:nvPr/>
        </p:nvPicPr>
        <p:blipFill>
          <a:blip r:embed="rId30"/>
          <a:stretch>
            <a:fillRect/>
          </a:stretch>
        </p:blipFill>
        <p:spPr>
          <a:xfrm>
            <a:off x="9574637" y="2996293"/>
            <a:ext cx="376670" cy="332014"/>
          </a:xfrm>
          <a:prstGeom prst="rect">
            <a:avLst/>
          </a:prstGeom>
        </p:spPr>
      </p:pic>
      <p:pic>
        <p:nvPicPr>
          <p:cNvPr id="81" name="Current-source builtin image-edit separated Relay board / 配电盒 hardware. Ordinary technical labels and wires removed; hardware surface identity print may remain."/>
          <p:cNvPicPr/>
          <p:nvPr/>
        </p:nvPicPr>
        <p:blipFill>
          <a:blip r:embed="rId31"/>
          <a:stretch>
            <a:fillRect/>
          </a:stretch>
        </p:blipFill>
        <p:spPr>
          <a:xfrm>
            <a:off x="10174031" y="3626382"/>
            <a:ext cx="387558" cy="319019"/>
          </a:xfrm>
          <a:prstGeom prst="rect">
            <a:avLst/>
          </a:prstGeom>
        </p:spPr>
      </p:pic>
      <p:pic>
        <p:nvPicPr>
          <p:cNvPr id="82" name="Current-source builtin image-edit separated Upper electric actuator. Ordinary technical labels and wires removed; hardware surface identity print may remain."/>
          <p:cNvPicPr/>
          <p:nvPr/>
        </p:nvPicPr>
        <p:blipFill>
          <a:blip r:embed="rId32"/>
          <a:stretch>
            <a:fillRect/>
          </a:stretch>
        </p:blipFill>
        <p:spPr>
          <a:xfrm>
            <a:off x="10737259" y="2181396"/>
            <a:ext cx="394578" cy="426703"/>
          </a:xfrm>
          <a:prstGeom prst="rect">
            <a:avLst/>
          </a:prstGeom>
        </p:spPr>
      </p:pic>
      <p:pic>
        <p:nvPicPr>
          <p:cNvPr id="83" name="Current-source builtin image-edit separated Source repeated lower electric actuator. Ordinary technical labels and wires removed; hardware surface identity print may remain."/>
          <p:cNvPicPr/>
          <p:nvPr/>
        </p:nvPicPr>
        <p:blipFill>
          <a:blip r:embed="rId33"/>
          <a:stretch>
            <a:fillRect/>
          </a:stretch>
        </p:blipFill>
        <p:spPr>
          <a:xfrm>
            <a:off x="10737259" y="2972996"/>
            <a:ext cx="394578" cy="415170"/>
          </a:xfrm>
          <a:prstGeom prst="rect">
            <a:avLst/>
          </a:prstGeom>
        </p:spPr>
      </p:pic>
      <p:pic>
        <p:nvPicPr>
          <p:cNvPr id="84" name="Current-source builtin image-edit separated Electric Machine motor. Ordinary technical labels and wires removed; hardware surface identity print may remain."/>
          <p:cNvPicPr/>
          <p:nvPr/>
        </p:nvPicPr>
        <p:blipFill>
          <a:blip r:embed="rId34"/>
          <a:stretch>
            <a:fillRect/>
          </a:stretch>
        </p:blipFill>
        <p:spPr>
          <a:xfrm>
            <a:off x="10772305" y="3632942"/>
            <a:ext cx="248285" cy="373166"/>
          </a:xfrm>
          <a:prstGeom prst="rect">
            <a:avLst/>
          </a:prstGeom>
        </p:spPr>
      </p:pic>
      <p:pic>
        <p:nvPicPr>
          <p:cNvPr id="85" name="Current-source builtin image-edit separated LED hardware connector. Ordinary technical labels and wires removed; hardware surface identity print may remain."/>
          <p:cNvPicPr/>
          <p:nvPr/>
        </p:nvPicPr>
        <p:blipFill>
          <a:blip r:embed="rId35"/>
          <a:stretch>
            <a:fillRect/>
          </a:stretch>
        </p:blipFill>
        <p:spPr>
          <a:xfrm>
            <a:off x="10249240" y="4214426"/>
            <a:ext cx="494315" cy="353197"/>
          </a:xfrm>
          <a:prstGeom prst="rect">
            <a:avLst/>
          </a:prstGeom>
        </p:spPr>
      </p:pic>
      <p:pic>
        <p:nvPicPr>
          <p:cNvPr id="86" name="Current-source builtin image-edit separated Source repeated green radar lift rendering. Ordinary technical labels and wires removed; hardware surface identity print may remain."/>
          <p:cNvPicPr/>
          <p:nvPr/>
        </p:nvPicPr>
        <p:blipFill>
          <a:blip r:embed="rId36"/>
          <a:stretch>
            <a:fillRect/>
          </a:stretch>
        </p:blipFill>
        <p:spPr>
          <a:xfrm>
            <a:off x="11308251" y="1920478"/>
            <a:ext cx="452743" cy="696516"/>
          </a:xfrm>
          <a:prstGeom prst="rect">
            <a:avLst/>
          </a:prstGeom>
        </p:spPr>
      </p:pic>
      <p:pic>
        <p:nvPicPr>
          <p:cNvPr id="87" name="Current-source builtin image-edit separated Pose adjustment mechanism closeup. Ordinary technical labels and wires removed; hardware surface identity print may remain."/>
          <p:cNvPicPr/>
          <p:nvPr/>
        </p:nvPicPr>
        <p:blipFill>
          <a:blip r:embed="rId37"/>
          <a:stretch>
            <a:fillRect/>
          </a:stretch>
        </p:blipFill>
        <p:spPr>
          <a:xfrm>
            <a:off x="11316657" y="2773071"/>
            <a:ext cx="464507" cy="699352"/>
          </a:xfrm>
          <a:prstGeom prst="rect">
            <a:avLst/>
          </a:prstGeom>
        </p:spPr>
      </p:pic>
      <p:pic>
        <p:nvPicPr>
          <p:cNvPr id="88" name="Current-source builtin image-edit separated Drum rotation closeup. Ordinary technical labels and wires removed; hardware surface identity print may remain."/>
          <p:cNvPicPr/>
          <p:nvPr/>
        </p:nvPicPr>
        <p:blipFill>
          <a:blip r:embed="rId38"/>
          <a:stretch>
            <a:fillRect/>
          </a:stretch>
        </p:blipFill>
        <p:spPr>
          <a:xfrm>
            <a:off x="11311395" y="3603137"/>
            <a:ext cx="465506" cy="625231"/>
          </a:xfrm>
          <a:prstGeom prst="rect">
            <a:avLst/>
          </a:prstGeom>
        </p:spPr>
      </p:pic>
      <p:pic>
        <p:nvPicPr>
          <p:cNvPr id="89" name="Current-source builtin separated left decorative chevrons."/>
          <p:cNvPicPr/>
          <p:nvPr/>
        </p:nvPicPr>
        <p:blipFill>
          <a:blip r:embed="rId44"/>
          <a:stretch>
            <a:fillRect/>
          </a:stretch>
        </p:blipFill>
        <p:spPr>
          <a:xfrm>
            <a:off x="1238830" y="5731019"/>
            <a:ext cx="550985" cy="472786"/>
          </a:xfrm>
          <a:prstGeom prst="rect">
            <a:avLst/>
          </a:prstGeom>
        </p:spPr>
      </p:pic>
      <p:pic>
        <p:nvPicPr>
          <p:cNvPr id="90" name="Current-source builtin separated right decorative chevrons."/>
          <p:cNvPicPr/>
          <p:nvPr/>
        </p:nvPicPr>
        <p:blipFill>
          <a:blip r:embed="rId45"/>
          <a:stretch>
            <a:fillRect/>
          </a:stretch>
        </p:blipFill>
        <p:spPr>
          <a:xfrm>
            <a:off x="10667308" y="5731306"/>
            <a:ext cx="553529" cy="472214"/>
          </a:xfrm>
          <a:prstGeom prst="rect">
            <a:avLst/>
          </a:prstGeom>
        </p:spPr>
      </p:pic>
      <p:pic>
        <p:nvPicPr>
          <p:cNvPr id="91" name="Current-source builtin separated complete circular metric turning-radius icon and blue gradient badge."/>
          <p:cNvPicPr/>
          <p:nvPr/>
        </p:nvPicPr>
        <p:blipFill>
          <a:blip r:embed="rId39"/>
          <a:stretch>
            <a:fillRect/>
          </a:stretch>
        </p:blipFill>
        <p:spPr>
          <a:xfrm>
            <a:off x="379480" y="4726436"/>
            <a:ext cx="888561" cy="910327"/>
          </a:xfrm>
          <a:prstGeom prst="rect">
            <a:avLst/>
          </a:prstGeom>
        </p:spPr>
      </p:pic>
      <p:pic>
        <p:nvPicPr>
          <p:cNvPr id="92" name="Current-source builtin separated complete circular metric airflow icon and blue gradient badge."/>
          <p:cNvPicPr/>
          <p:nvPr/>
        </p:nvPicPr>
        <p:blipFill>
          <a:blip r:embed="rId40"/>
          <a:stretch>
            <a:fillRect/>
          </a:stretch>
        </p:blipFill>
        <p:spPr>
          <a:xfrm>
            <a:off x="3132423" y="4726436"/>
            <a:ext cx="888124" cy="910327"/>
          </a:xfrm>
          <a:prstGeom prst="rect">
            <a:avLst/>
          </a:prstGeom>
        </p:spPr>
      </p:pic>
      <p:pic>
        <p:nvPicPr>
          <p:cNvPr id="93" name="Current-source builtin separated complete circular metric umbrella icon and blue gradient badge."/>
          <p:cNvPicPr/>
          <p:nvPr/>
        </p:nvPicPr>
        <p:blipFill>
          <a:blip r:embed="rId41"/>
          <a:stretch>
            <a:fillRect/>
          </a:stretch>
        </p:blipFill>
        <p:spPr>
          <a:xfrm>
            <a:off x="6181281" y="4726659"/>
            <a:ext cx="886408" cy="909883"/>
          </a:xfrm>
          <a:prstGeom prst="rect">
            <a:avLst/>
          </a:prstGeom>
        </p:spPr>
      </p:pic>
      <p:pic>
        <p:nvPicPr>
          <p:cNvPr id="94" name="Current-source builtin separated complete circular metric battery icon and blue gradient badge."/>
          <p:cNvPicPr/>
          <p:nvPr/>
        </p:nvPicPr>
        <p:blipFill>
          <a:blip r:embed="rId42"/>
          <a:stretch>
            <a:fillRect/>
          </a:stretch>
        </p:blipFill>
        <p:spPr>
          <a:xfrm>
            <a:off x="9152655" y="4729343"/>
            <a:ext cx="887260" cy="907199"/>
          </a:xfrm>
          <a:prstGeom prst="rect">
            <a:avLst/>
          </a:prstGeom>
        </p:spPr>
      </p:pic>
      <p:sp>
        <p:nvSpPr>
          <p:cNvPr id="95" name="Roundrect 95"/>
          <p:cNvSpPr/>
          <p:nvPr/>
        </p:nvSpPr>
        <p:spPr>
          <a:xfrm>
            <a:off x="11320310" y="1914525"/>
            <a:ext cx="438150" cy="695325"/>
          </a:xfrm>
          <a:prstGeom prst="roundRect">
            <a:avLst>
              <a:gd name="adj" fmla="val 21739"/>
            </a:avLst>
          </a:prstGeom>
          <a:noFill/>
          <a:ln w="10160">
            <a:solidFill>
              <a:srgbClr val="78BEEB"/>
            </a:solidFill>
          </a:ln>
        </p:spPr>
        <p:txBody>
          <a:bodyPr/>
          <a:lstStyle/>
          <a:p/>
        </p:txBody>
      </p:sp>
      <p:sp>
        <p:nvSpPr>
          <p:cNvPr id="96" name="Roundrect 96"/>
          <p:cNvSpPr/>
          <p:nvPr/>
        </p:nvSpPr>
        <p:spPr>
          <a:xfrm>
            <a:off x="11320310" y="2771775"/>
            <a:ext cx="447675" cy="676275"/>
          </a:xfrm>
          <a:prstGeom prst="roundRect">
            <a:avLst>
              <a:gd name="adj" fmla="val 21277"/>
            </a:avLst>
          </a:prstGeom>
          <a:noFill/>
          <a:ln w="10160">
            <a:solidFill>
              <a:srgbClr val="78BEEB"/>
            </a:solidFill>
          </a:ln>
        </p:spPr>
        <p:txBody>
          <a:bodyPr/>
          <a:lstStyle/>
          <a:p/>
        </p:txBody>
      </p:sp>
      <p:sp>
        <p:nvSpPr>
          <p:cNvPr id="97" name="Roundrect 97"/>
          <p:cNvSpPr/>
          <p:nvPr/>
        </p:nvSpPr>
        <p:spPr>
          <a:xfrm>
            <a:off x="11320310" y="3638550"/>
            <a:ext cx="447675" cy="581025"/>
          </a:xfrm>
          <a:prstGeom prst="roundRect">
            <a:avLst>
              <a:gd name="adj" fmla="val 21277"/>
            </a:avLst>
          </a:prstGeom>
          <a:noFill/>
          <a:ln w="10160">
            <a:solidFill>
              <a:srgbClr val="78BEEB"/>
            </a:solidFill>
          </a:ln>
        </p:spPr>
        <p:txBody>
          <a:bodyPr/>
          <a:lstStyle/>
          <a:p/>
        </p:txBody>
      </p:sp>
      <p:pic>
        <p:nvPicPr>
          <p:cNvPr id="98" name="Exact current CPIPC brand identity verified against prior source. Prior builtin image-edit separated asset reused bit-identically with hashes; logo lettering remains brand identity. See analysis/reuse-provenance.json."/>
          <p:cNvPicPr/>
          <p:nvPr/>
        </p:nvPicPr>
        <p:blipFill>
          <a:blip r:embed="rId5"/>
          <a:stretch>
            <a:fillRect/>
          </a:stretch>
        </p:blipFill>
        <p:spPr>
          <a:xfrm>
            <a:off x="242735" y="6124575"/>
            <a:ext cx="1009650" cy="657225"/>
          </a:xfrm>
          <a:prstGeom prst="rect">
            <a:avLst/>
          </a:prstGeom>
        </p:spPr>
      </p:pic>
      <p:pic>
        <p:nvPicPr>
          <p:cNvPr id="99" name="Exact current event wordmark identity verified against prior source. Prior builtin image-edit separated asset reused bit-identically with hashes; all lettering is brand identity. See analysis/reuse-provenance.json."/>
          <p:cNvPicPr/>
          <p:nvPr/>
        </p:nvPicPr>
        <p:blipFill>
          <a:blip r:embed="rId6"/>
          <a:stretch>
            <a:fillRect/>
          </a:stretch>
        </p:blipFill>
        <p:spPr>
          <a:xfrm>
            <a:off x="10148735" y="6096000"/>
            <a:ext cx="1943100" cy="685800"/>
          </a:xfrm>
          <a:prstGeom prst="rect">
            <a:avLst/>
          </a:prstGeom>
        </p:spPr>
      </p:pic>
      <p:pic>
        <p:nvPicPr>
          <p:cNvPr id="100" name="Current-source builtin separated circular gear symbol and gradient base."/>
          <p:cNvPicPr/>
          <p:nvPr/>
        </p:nvPicPr>
        <p:blipFill>
          <a:blip r:embed="rId16"/>
          <a:stretch>
            <a:fillRect/>
          </a:stretch>
        </p:blipFill>
        <p:spPr>
          <a:xfrm>
            <a:off x="430227" y="4063527"/>
            <a:ext cx="596566" cy="597846"/>
          </a:xfrm>
          <a:prstGeom prst="rect">
            <a:avLst/>
          </a:prstGeom>
        </p:spPr>
      </p:pic>
      <p:pic>
        <p:nvPicPr>
          <p:cNvPr id="101" name="Current-source builtin separated blue/cyan diamond gear badge."/>
          <p:cNvPicPr/>
          <p:nvPr/>
        </p:nvPicPr>
        <p:blipFill>
          <a:blip r:embed="rId43"/>
          <a:stretch>
            <a:fillRect/>
          </a:stretch>
        </p:blipFill>
        <p:spPr>
          <a:xfrm>
            <a:off x="1427021" y="5691324"/>
            <a:ext cx="793729" cy="561703"/>
          </a:xfrm>
          <a:prstGeom prst="rect">
            <a:avLst/>
          </a:prstGeom>
        </p:spPr>
      </p:pic>
      <p:sp>
        <p:nvSpPr>
          <p:cNvPr id="102" name="Line 102"/>
          <p:cNvSpPr/>
          <p:nvPr/>
        </p:nvSpPr>
        <p:spPr>
          <a:xfrm flipH="1" flipV="1">
            <a:off x="3747935" y="1790700"/>
            <a:ext cx="114300" cy="342900"/>
          </a:xfrm>
          <a:prstGeom prst="line">
            <a:avLst/>
          </a:prstGeom>
          <a:noFill/>
          <a:ln w="9525">
            <a:solidFill>
              <a:srgbClr val="1B244B"/>
            </a:solidFill>
            <a:headEnd type="none"/>
            <a:tailEnd type="triangle"/>
          </a:ln>
        </p:spPr>
        <p:txBody>
          <a:bodyPr/>
          <a:lstStyle/>
          <a:p/>
        </p:txBody>
      </p:sp>
      <p:sp>
        <p:nvSpPr>
          <p:cNvPr id="103" name="Line 103"/>
          <p:cNvSpPr/>
          <p:nvPr/>
        </p:nvSpPr>
        <p:spPr>
          <a:xfrm flipV="1">
            <a:off x="3919385" y="1790700"/>
            <a:ext cx="438150" cy="571500"/>
          </a:xfrm>
          <a:prstGeom prst="line">
            <a:avLst/>
          </a:prstGeom>
          <a:noFill/>
          <a:ln w="9525">
            <a:solidFill>
              <a:srgbClr val="1B244B"/>
            </a:solidFill>
            <a:headEnd type="none"/>
            <a:tailEnd type="triangle"/>
          </a:ln>
        </p:spPr>
        <p:txBody>
          <a:bodyPr/>
          <a:lstStyle/>
          <a:p/>
        </p:txBody>
      </p:sp>
      <p:sp>
        <p:nvSpPr>
          <p:cNvPr id="104" name="Line 104"/>
          <p:cNvSpPr/>
          <p:nvPr/>
        </p:nvSpPr>
        <p:spPr>
          <a:xfrm flipV="1">
            <a:off x="4167035" y="1790700"/>
            <a:ext cx="790575" cy="723900"/>
          </a:xfrm>
          <a:prstGeom prst="line">
            <a:avLst/>
          </a:prstGeom>
          <a:noFill/>
          <a:ln w="9525">
            <a:solidFill>
              <a:srgbClr val="1B244B"/>
            </a:solidFill>
            <a:headEnd type="none"/>
            <a:tailEnd type="triangle"/>
          </a:ln>
        </p:spPr>
        <p:txBody>
          <a:bodyPr/>
          <a:lstStyle/>
          <a:p/>
        </p:txBody>
      </p:sp>
      <p:sp>
        <p:nvSpPr>
          <p:cNvPr id="105" name="Line 105"/>
          <p:cNvSpPr/>
          <p:nvPr/>
        </p:nvSpPr>
        <p:spPr>
          <a:xfrm flipH="1" flipV="1">
            <a:off x="5548160" y="1781175"/>
            <a:ext cx="19050" cy="276225"/>
          </a:xfrm>
          <a:prstGeom prst="line">
            <a:avLst/>
          </a:prstGeom>
          <a:noFill/>
          <a:ln w="9525">
            <a:solidFill>
              <a:srgbClr val="1B244B"/>
            </a:solidFill>
            <a:headEnd type="none"/>
            <a:tailEnd type="triangle"/>
          </a:ln>
        </p:spPr>
        <p:txBody>
          <a:bodyPr/>
          <a:lstStyle/>
          <a:p/>
        </p:txBody>
      </p:sp>
      <p:sp>
        <p:nvSpPr>
          <p:cNvPr id="106" name="Line 106"/>
          <p:cNvSpPr/>
          <p:nvPr/>
        </p:nvSpPr>
        <p:spPr>
          <a:xfrm flipV="1">
            <a:off x="6176810" y="1781175"/>
            <a:ext cx="0" cy="866775"/>
          </a:xfrm>
          <a:prstGeom prst="line">
            <a:avLst/>
          </a:prstGeom>
          <a:noFill/>
          <a:ln w="9525">
            <a:solidFill>
              <a:srgbClr val="1B244B"/>
            </a:solidFill>
            <a:headEnd type="none"/>
            <a:tailEnd type="triangle"/>
          </a:ln>
        </p:spPr>
        <p:txBody>
          <a:bodyPr/>
          <a:lstStyle/>
          <a:p/>
        </p:txBody>
      </p:sp>
      <p:sp>
        <p:nvSpPr>
          <p:cNvPr id="107" name="Line 107"/>
          <p:cNvSpPr/>
          <p:nvPr/>
        </p:nvSpPr>
        <p:spPr>
          <a:xfrm flipH="1" flipV="1">
            <a:off x="3586010" y="2381250"/>
            <a:ext cx="152400" cy="219075"/>
          </a:xfrm>
          <a:prstGeom prst="line">
            <a:avLst/>
          </a:prstGeom>
          <a:noFill/>
          <a:ln w="9525">
            <a:solidFill>
              <a:srgbClr val="1B244B"/>
            </a:solidFill>
            <a:headEnd type="none"/>
            <a:tailEnd type="triangle"/>
          </a:ln>
        </p:spPr>
        <p:txBody>
          <a:bodyPr/>
          <a:lstStyle/>
          <a:p/>
        </p:txBody>
      </p:sp>
      <p:sp>
        <p:nvSpPr>
          <p:cNvPr id="108" name="Line 108"/>
          <p:cNvSpPr/>
          <p:nvPr/>
        </p:nvSpPr>
        <p:spPr>
          <a:xfrm flipH="1">
            <a:off x="3671735" y="3286125"/>
            <a:ext cx="190500" cy="466725"/>
          </a:xfrm>
          <a:prstGeom prst="line">
            <a:avLst/>
          </a:prstGeom>
          <a:noFill/>
          <a:ln w="9525">
            <a:solidFill>
              <a:srgbClr val="1B244B"/>
            </a:solidFill>
            <a:headEnd type="none"/>
            <a:tailEnd type="triangle"/>
          </a:ln>
        </p:spPr>
        <p:txBody>
          <a:bodyPr/>
          <a:lstStyle/>
          <a:p/>
        </p:txBody>
      </p:sp>
      <p:sp>
        <p:nvSpPr>
          <p:cNvPr id="109" name="Line 109"/>
          <p:cNvSpPr/>
          <p:nvPr/>
        </p:nvSpPr>
        <p:spPr>
          <a:xfrm>
            <a:off x="4176560" y="3324225"/>
            <a:ext cx="104775" cy="428625"/>
          </a:xfrm>
          <a:prstGeom prst="line">
            <a:avLst/>
          </a:prstGeom>
          <a:noFill/>
          <a:ln w="9525">
            <a:solidFill>
              <a:srgbClr val="1B244B"/>
            </a:solidFill>
            <a:headEnd type="none"/>
            <a:tailEnd type="triangle"/>
          </a:ln>
        </p:spPr>
        <p:txBody>
          <a:bodyPr/>
          <a:lstStyle/>
          <a:p/>
        </p:txBody>
      </p:sp>
      <p:sp>
        <p:nvSpPr>
          <p:cNvPr id="110" name="Line 110"/>
          <p:cNvSpPr/>
          <p:nvPr/>
        </p:nvSpPr>
        <p:spPr>
          <a:xfrm>
            <a:off x="4386110" y="3009900"/>
            <a:ext cx="533400" cy="742950"/>
          </a:xfrm>
          <a:prstGeom prst="line">
            <a:avLst/>
          </a:prstGeom>
          <a:noFill/>
          <a:ln w="9525">
            <a:solidFill>
              <a:srgbClr val="1B244B"/>
            </a:solidFill>
            <a:headEnd type="none"/>
            <a:tailEnd type="triangle"/>
          </a:ln>
        </p:spPr>
        <p:txBody>
          <a:bodyPr/>
          <a:lstStyle/>
          <a:p/>
        </p:txBody>
      </p:sp>
      <p:sp>
        <p:nvSpPr>
          <p:cNvPr id="111" name="Line 111"/>
          <p:cNvSpPr/>
          <p:nvPr/>
        </p:nvSpPr>
        <p:spPr>
          <a:xfrm flipH="1">
            <a:off x="5519585" y="3305175"/>
            <a:ext cx="76200" cy="447675"/>
          </a:xfrm>
          <a:prstGeom prst="line">
            <a:avLst/>
          </a:prstGeom>
          <a:noFill/>
          <a:ln w="9525">
            <a:solidFill>
              <a:srgbClr val="1B244B"/>
            </a:solidFill>
            <a:headEnd type="none"/>
            <a:tailEnd type="triangle"/>
          </a:ln>
        </p:spPr>
        <p:txBody>
          <a:bodyPr/>
          <a:lstStyle/>
          <a:p/>
        </p:txBody>
      </p:sp>
      <p:sp>
        <p:nvSpPr>
          <p:cNvPr id="112" name="Line 112"/>
          <p:cNvSpPr/>
          <p:nvPr/>
        </p:nvSpPr>
        <p:spPr>
          <a:xfrm>
            <a:off x="6100610" y="3257550"/>
            <a:ext cx="85725" cy="495300"/>
          </a:xfrm>
          <a:prstGeom prst="line">
            <a:avLst/>
          </a:prstGeom>
          <a:noFill/>
          <a:ln w="9525">
            <a:solidFill>
              <a:srgbClr val="1B244B"/>
            </a:solidFill>
            <a:headEnd type="none"/>
            <a:tailEnd type="triangle"/>
          </a:ln>
        </p:spPr>
        <p:txBody>
          <a:bodyPr/>
          <a:lstStyle/>
          <a:p/>
        </p:txBody>
      </p:sp>
      <p:sp>
        <p:nvSpPr>
          <p:cNvPr id="113" name="Ellipse 113"/>
          <p:cNvSpPr/>
          <p:nvPr/>
        </p:nvSpPr>
        <p:spPr>
          <a:xfrm>
            <a:off x="823760" y="1752600"/>
            <a:ext cx="866775" cy="857250"/>
          </a:xfrm>
          <a:prstGeom prst="ellipse">
            <a:avLst/>
          </a:prstGeom>
          <a:noFill/>
          <a:ln w="30480">
            <a:solidFill>
              <a:srgbClr val="F21521"/>
            </a:solidFill>
            <a:prstDash val="dot"/>
          </a:ln>
        </p:spPr>
        <p:txBody>
          <a:bodyPr/>
          <a:lstStyle/>
          <a:p/>
        </p:txBody>
      </p:sp>
      <p:sp>
        <p:nvSpPr>
          <p:cNvPr id="114" name="Roundrect 114"/>
          <p:cNvSpPr/>
          <p:nvPr/>
        </p:nvSpPr>
        <p:spPr>
          <a:xfrm>
            <a:off x="442760" y="1495425"/>
            <a:ext cx="762000" cy="257175"/>
          </a:xfrm>
          <a:prstGeom prst="roundRect">
            <a:avLst>
              <a:gd name="adj" fmla="val 22222"/>
            </a:avLst>
          </a:prstGeom>
          <a:solidFill>
            <a:srgbClr val="0085E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5" name="Roundrect 115"/>
          <p:cNvSpPr/>
          <p:nvPr/>
        </p:nvSpPr>
        <p:spPr>
          <a:xfrm>
            <a:off x="442760" y="2847975"/>
            <a:ext cx="990600" cy="257175"/>
          </a:xfrm>
          <a:prstGeom prst="roundRect">
            <a:avLst>
              <a:gd name="adj" fmla="val 22222"/>
            </a:avLst>
          </a:prstGeom>
          <a:solidFill>
            <a:srgbClr val="0085E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6" name="Roundrect 116"/>
          <p:cNvSpPr/>
          <p:nvPr/>
        </p:nvSpPr>
        <p:spPr>
          <a:xfrm>
            <a:off x="2242985" y="1485900"/>
            <a:ext cx="885825" cy="276225"/>
          </a:xfrm>
          <a:prstGeom prst="roundRect">
            <a:avLst>
              <a:gd name="adj" fmla="val 20690"/>
            </a:avLst>
          </a:prstGeom>
          <a:solidFill>
            <a:srgbClr val="0085E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7" name="Roundrect 117"/>
          <p:cNvSpPr/>
          <p:nvPr/>
        </p:nvSpPr>
        <p:spPr>
          <a:xfrm>
            <a:off x="3424085" y="1524000"/>
            <a:ext cx="581025" cy="238125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8255">
            <a:solidFill>
              <a:srgbClr val="263B90"/>
            </a:solidFill>
          </a:ln>
        </p:spPr>
        <p:txBody>
          <a:bodyPr/>
          <a:lstStyle/>
          <a:p/>
        </p:txBody>
      </p:sp>
      <p:sp>
        <p:nvSpPr>
          <p:cNvPr id="118" name="Roundrect 118"/>
          <p:cNvSpPr/>
          <p:nvPr/>
        </p:nvSpPr>
        <p:spPr>
          <a:xfrm>
            <a:off x="4109885" y="1524000"/>
            <a:ext cx="514350" cy="238125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8255">
            <a:solidFill>
              <a:srgbClr val="263B90"/>
            </a:solidFill>
          </a:ln>
        </p:spPr>
        <p:txBody>
          <a:bodyPr/>
          <a:lstStyle/>
          <a:p/>
        </p:txBody>
      </p:sp>
      <p:sp>
        <p:nvSpPr>
          <p:cNvPr id="119" name="Roundrect 119"/>
          <p:cNvSpPr/>
          <p:nvPr/>
        </p:nvSpPr>
        <p:spPr>
          <a:xfrm>
            <a:off x="4729010" y="1524000"/>
            <a:ext cx="504825" cy="238125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8255">
            <a:solidFill>
              <a:srgbClr val="263B90"/>
            </a:solidFill>
          </a:ln>
        </p:spPr>
        <p:txBody>
          <a:bodyPr/>
          <a:lstStyle/>
          <a:p/>
        </p:txBody>
      </p:sp>
      <p:sp>
        <p:nvSpPr>
          <p:cNvPr id="120" name="Roundrect 120"/>
          <p:cNvSpPr/>
          <p:nvPr/>
        </p:nvSpPr>
        <p:spPr>
          <a:xfrm>
            <a:off x="5300510" y="1524000"/>
            <a:ext cx="581025" cy="238125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8255">
            <a:solidFill>
              <a:srgbClr val="263B90"/>
            </a:solidFill>
          </a:ln>
        </p:spPr>
        <p:txBody>
          <a:bodyPr/>
          <a:lstStyle/>
          <a:p/>
        </p:txBody>
      </p:sp>
      <p:sp>
        <p:nvSpPr>
          <p:cNvPr id="121" name="Roundrect 121"/>
          <p:cNvSpPr/>
          <p:nvPr/>
        </p:nvSpPr>
        <p:spPr>
          <a:xfrm>
            <a:off x="5948210" y="1524000"/>
            <a:ext cx="561975" cy="238125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8255">
            <a:solidFill>
              <a:srgbClr val="263B90"/>
            </a:solidFill>
          </a:ln>
        </p:spPr>
        <p:txBody>
          <a:bodyPr/>
          <a:lstStyle/>
          <a:p/>
        </p:txBody>
      </p:sp>
      <p:sp>
        <p:nvSpPr>
          <p:cNvPr id="122" name="Roundrect 122"/>
          <p:cNvSpPr/>
          <p:nvPr/>
        </p:nvSpPr>
        <p:spPr>
          <a:xfrm>
            <a:off x="3405035" y="2124075"/>
            <a:ext cx="371475" cy="238125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8255">
            <a:solidFill>
              <a:srgbClr val="263B90"/>
            </a:solidFill>
          </a:ln>
        </p:spPr>
        <p:txBody>
          <a:bodyPr/>
          <a:lstStyle/>
          <a:p/>
        </p:txBody>
      </p:sp>
      <p:sp>
        <p:nvSpPr>
          <p:cNvPr id="123" name="Roundrect 123"/>
          <p:cNvSpPr/>
          <p:nvPr/>
        </p:nvSpPr>
        <p:spPr>
          <a:xfrm>
            <a:off x="3405035" y="3781425"/>
            <a:ext cx="561975" cy="238125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8255">
            <a:solidFill>
              <a:srgbClr val="263B90"/>
            </a:solidFill>
          </a:ln>
        </p:spPr>
        <p:txBody>
          <a:bodyPr/>
          <a:lstStyle/>
          <a:p/>
        </p:txBody>
      </p:sp>
      <p:sp>
        <p:nvSpPr>
          <p:cNvPr id="124" name="Roundrect 124"/>
          <p:cNvSpPr/>
          <p:nvPr/>
        </p:nvSpPr>
        <p:spPr>
          <a:xfrm>
            <a:off x="4033685" y="3781425"/>
            <a:ext cx="514350" cy="238125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8255">
            <a:solidFill>
              <a:srgbClr val="263B90"/>
            </a:solidFill>
          </a:ln>
        </p:spPr>
        <p:txBody>
          <a:bodyPr/>
          <a:lstStyle/>
          <a:p/>
        </p:txBody>
      </p:sp>
      <p:sp>
        <p:nvSpPr>
          <p:cNvPr id="125" name="Roundrect 125"/>
          <p:cNvSpPr/>
          <p:nvPr/>
        </p:nvSpPr>
        <p:spPr>
          <a:xfrm>
            <a:off x="4633760" y="3781425"/>
            <a:ext cx="581025" cy="238125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8255">
            <a:solidFill>
              <a:srgbClr val="263B90"/>
            </a:solidFill>
          </a:ln>
        </p:spPr>
        <p:txBody>
          <a:bodyPr/>
          <a:lstStyle/>
          <a:p/>
        </p:txBody>
      </p:sp>
      <p:sp>
        <p:nvSpPr>
          <p:cNvPr id="126" name="Roundrect 126"/>
          <p:cNvSpPr/>
          <p:nvPr/>
        </p:nvSpPr>
        <p:spPr>
          <a:xfrm>
            <a:off x="5271935" y="3781425"/>
            <a:ext cx="581025" cy="238125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8255">
            <a:solidFill>
              <a:srgbClr val="263B90"/>
            </a:solidFill>
          </a:ln>
        </p:spPr>
        <p:txBody>
          <a:bodyPr/>
          <a:lstStyle/>
          <a:p/>
        </p:txBody>
      </p:sp>
      <p:sp>
        <p:nvSpPr>
          <p:cNvPr id="127" name="Roundrect 127"/>
          <p:cNvSpPr/>
          <p:nvPr/>
        </p:nvSpPr>
        <p:spPr>
          <a:xfrm>
            <a:off x="5929160" y="3781425"/>
            <a:ext cx="514350" cy="238125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8255">
            <a:solidFill>
              <a:srgbClr val="263B90"/>
            </a:solidFill>
          </a:ln>
        </p:spPr>
        <p:txBody>
          <a:bodyPr/>
          <a:lstStyle/>
          <a:p/>
        </p:txBody>
      </p:sp>
      <p:sp>
        <p:nvSpPr>
          <p:cNvPr id="128" name="Roundrect 128"/>
          <p:cNvSpPr/>
          <p:nvPr/>
        </p:nvSpPr>
        <p:spPr>
          <a:xfrm>
            <a:off x="6748310" y="2114550"/>
            <a:ext cx="371475" cy="228600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8255">
            <a:solidFill>
              <a:srgbClr val="263B90"/>
            </a:solidFill>
          </a:ln>
        </p:spPr>
        <p:txBody>
          <a:bodyPr/>
          <a:lstStyle/>
          <a:p/>
        </p:txBody>
      </p:sp>
      <p:sp>
        <p:nvSpPr>
          <p:cNvPr id="129" name="Roundrect 129"/>
          <p:cNvSpPr/>
          <p:nvPr/>
        </p:nvSpPr>
        <p:spPr>
          <a:xfrm>
            <a:off x="6643535" y="2743200"/>
            <a:ext cx="590550" cy="219075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8255">
            <a:solidFill>
              <a:srgbClr val="263B90"/>
            </a:solidFill>
          </a:ln>
        </p:spPr>
        <p:txBody>
          <a:bodyPr/>
          <a:lstStyle/>
          <a:p/>
        </p:txBody>
      </p:sp>
      <p:sp>
        <p:nvSpPr>
          <p:cNvPr id="130" name="Roundrect 130"/>
          <p:cNvSpPr/>
          <p:nvPr/>
        </p:nvSpPr>
        <p:spPr>
          <a:xfrm>
            <a:off x="6634010" y="3343275"/>
            <a:ext cx="609600" cy="228600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8255">
            <a:solidFill>
              <a:srgbClr val="263B90"/>
            </a:solidFill>
          </a:ln>
        </p:spPr>
        <p:txBody>
          <a:bodyPr/>
          <a:lstStyle/>
          <a:p/>
        </p:txBody>
      </p:sp>
      <p:sp>
        <p:nvSpPr>
          <p:cNvPr id="131" name="Roundrect 131"/>
          <p:cNvSpPr/>
          <p:nvPr/>
        </p:nvSpPr>
        <p:spPr>
          <a:xfrm>
            <a:off x="6710210" y="3943350"/>
            <a:ext cx="466725" cy="219075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8255">
            <a:solidFill>
              <a:srgbClr val="263B90"/>
            </a:solidFill>
          </a:ln>
        </p:spPr>
        <p:txBody>
          <a:bodyPr/>
          <a:lstStyle/>
          <a:p/>
        </p:txBody>
      </p:sp>
      <p:sp>
        <p:nvSpPr>
          <p:cNvPr id="132" name="TextBox 132"/>
          <p:cNvSpPr txBox="1"/>
          <p:nvPr/>
        </p:nvSpPr>
        <p:spPr>
          <a:xfrm>
            <a:off x="261785" y="142875"/>
            <a:ext cx="4524375" cy="61912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3240" b="1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rPr>
              <a:t>机械结构与电气系统设计</a:t>
            </a:r>
            <a:endParaRPr lang="zh-CN" sz="3240"/>
          </a:p>
        </p:txBody>
      </p:sp>
      <p:sp>
        <p:nvSpPr>
          <p:cNvPr id="133" name="TextBox 133"/>
          <p:cNvSpPr txBox="1"/>
          <p:nvPr/>
        </p:nvSpPr>
        <p:spPr>
          <a:xfrm>
            <a:off x="11339360" y="409575"/>
            <a:ext cx="381000" cy="31432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000" b="1">
                <a:solidFill>
                  <a:srgbClr val="FF7600"/>
                </a:solidFill>
                <a:latin typeface="Arial"/>
                <a:ea typeface="Arial"/>
                <a:cs typeface="Arial"/>
              </a:rPr>
              <a:t>10</a:t>
            </a:r>
            <a:endParaRPr lang="zh-CN" sz="2000"/>
          </a:p>
        </p:txBody>
      </p:sp>
      <p:sp>
        <p:nvSpPr>
          <p:cNvPr id="134" name="TextBox 134"/>
          <p:cNvSpPr txBox="1"/>
          <p:nvPr/>
        </p:nvSpPr>
        <p:spPr>
          <a:xfrm>
            <a:off x="528485" y="1047750"/>
            <a:ext cx="2886075" cy="28575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整机结构分解与关键部件布局</a:t>
            </a:r>
            <a:endParaRPr lang="zh-CN" sz="1550"/>
          </a:p>
        </p:txBody>
      </p:sp>
      <p:sp>
        <p:nvSpPr>
          <p:cNvPr id="135" name="TextBox 135"/>
          <p:cNvSpPr txBox="1"/>
          <p:nvPr/>
        </p:nvSpPr>
        <p:spPr>
          <a:xfrm>
            <a:off x="3643160" y="1066800"/>
            <a:ext cx="2952750" cy="2571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50">
                <a:solidFill>
                  <a:srgbClr val="003DFF"/>
                </a:solidFill>
                <a:latin typeface="Noto Sans CJK SC"/>
                <a:ea typeface="Noto Sans CJK SC"/>
                <a:cs typeface="Noto Sans CJK SC"/>
              </a:rPr>
              <a:t>（滚筒机构 / 姿态倾斜机构 / 雷达升降机构）</a:t>
            </a:r>
            <a:endParaRPr lang="zh-CN" sz="1050"/>
          </a:p>
        </p:txBody>
      </p:sp>
      <p:sp>
        <p:nvSpPr>
          <p:cNvPr id="136" name="TextBox 136"/>
          <p:cNvSpPr txBox="1"/>
          <p:nvPr/>
        </p:nvSpPr>
        <p:spPr>
          <a:xfrm>
            <a:off x="7615085" y="1047750"/>
            <a:ext cx="2371725" cy="28575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推料机器人电气系统</a:t>
            </a:r>
            <a:endParaRPr lang="zh-CN" sz="1550"/>
          </a:p>
        </p:txBody>
      </p:sp>
      <p:sp>
        <p:nvSpPr>
          <p:cNvPr id="137" name="TextBox 137"/>
          <p:cNvSpPr txBox="1"/>
          <p:nvPr/>
        </p:nvSpPr>
        <p:spPr>
          <a:xfrm>
            <a:off x="442760" y="1495425"/>
            <a:ext cx="762000" cy="2571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滚筒机构</a:t>
            </a:r>
            <a:endParaRPr lang="zh-CN" sz="950"/>
          </a:p>
        </p:txBody>
      </p:sp>
      <p:sp>
        <p:nvSpPr>
          <p:cNvPr id="138" name="TextBox 138"/>
          <p:cNvSpPr txBox="1"/>
          <p:nvPr/>
        </p:nvSpPr>
        <p:spPr>
          <a:xfrm>
            <a:off x="442760" y="2847975"/>
            <a:ext cx="990600" cy="2571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姿态倾斜机构</a:t>
            </a:r>
            <a:endParaRPr lang="zh-CN" sz="950"/>
          </a:p>
        </p:txBody>
      </p:sp>
      <p:sp>
        <p:nvSpPr>
          <p:cNvPr id="139" name="TextBox 139"/>
          <p:cNvSpPr txBox="1"/>
          <p:nvPr/>
        </p:nvSpPr>
        <p:spPr>
          <a:xfrm>
            <a:off x="2242985" y="1485900"/>
            <a:ext cx="885825" cy="27622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雷达升降机构</a:t>
            </a:r>
            <a:endParaRPr lang="zh-CN" sz="950"/>
          </a:p>
        </p:txBody>
      </p:sp>
      <p:sp>
        <p:nvSpPr>
          <p:cNvPr id="140" name="TextBox 140"/>
          <p:cNvSpPr txBox="1"/>
          <p:nvPr/>
        </p:nvSpPr>
        <p:spPr>
          <a:xfrm>
            <a:off x="3424085" y="1524000"/>
            <a:ext cx="581025" cy="23812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800" b="1">
                <a:solidFill>
                  <a:srgbClr val="102576"/>
                </a:solidFill>
                <a:latin typeface="Noto Sans CJK SC"/>
                <a:ea typeface="Noto Sans CJK SC"/>
                <a:cs typeface="Noto Sans CJK SC"/>
              </a:rPr>
              <a:t>激光雷达</a:t>
            </a:r>
            <a:endParaRPr lang="zh-CN" sz="800"/>
          </a:p>
        </p:txBody>
      </p:sp>
      <p:sp>
        <p:nvSpPr>
          <p:cNvPr id="141" name="TextBox 141"/>
          <p:cNvSpPr txBox="1"/>
          <p:nvPr/>
        </p:nvSpPr>
        <p:spPr>
          <a:xfrm>
            <a:off x="4109885" y="1524000"/>
            <a:ext cx="514350" cy="23812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800" b="1">
                <a:solidFill>
                  <a:srgbClr val="102576"/>
                </a:solidFill>
                <a:latin typeface="Noto Sans CJK SC"/>
                <a:ea typeface="Noto Sans CJK SC"/>
                <a:cs typeface="Noto Sans CJK SC"/>
              </a:rPr>
              <a:t>下位机</a:t>
            </a:r>
            <a:endParaRPr lang="zh-CN" sz="800"/>
          </a:p>
        </p:txBody>
      </p:sp>
      <p:sp>
        <p:nvSpPr>
          <p:cNvPr id="142" name="TextBox 142"/>
          <p:cNvSpPr txBox="1"/>
          <p:nvPr/>
        </p:nvSpPr>
        <p:spPr>
          <a:xfrm>
            <a:off x="4729010" y="1524000"/>
            <a:ext cx="504825" cy="23812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800" b="1">
                <a:solidFill>
                  <a:srgbClr val="102576"/>
                </a:solidFill>
                <a:latin typeface="Noto Sans CJK SC"/>
                <a:ea typeface="Noto Sans CJK SC"/>
                <a:cs typeface="Noto Sans CJK SC"/>
              </a:rPr>
              <a:t>工控机</a:t>
            </a:r>
            <a:endParaRPr lang="zh-CN" sz="800"/>
          </a:p>
        </p:txBody>
      </p:sp>
      <p:sp>
        <p:nvSpPr>
          <p:cNvPr id="143" name="TextBox 143"/>
          <p:cNvSpPr txBox="1"/>
          <p:nvPr/>
        </p:nvSpPr>
        <p:spPr>
          <a:xfrm>
            <a:off x="5300510" y="1524000"/>
            <a:ext cx="581025" cy="23812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800" b="1">
                <a:solidFill>
                  <a:srgbClr val="102576"/>
                </a:solidFill>
                <a:latin typeface="Noto Sans CJK SC"/>
                <a:ea typeface="Noto Sans CJK SC"/>
                <a:cs typeface="Noto Sans CJK SC"/>
              </a:rPr>
              <a:t>推料滚筒</a:t>
            </a:r>
            <a:endParaRPr lang="zh-CN" sz="800"/>
          </a:p>
        </p:txBody>
      </p:sp>
      <p:sp>
        <p:nvSpPr>
          <p:cNvPr id="144" name="TextBox 144"/>
          <p:cNvSpPr txBox="1"/>
          <p:nvPr/>
        </p:nvSpPr>
        <p:spPr>
          <a:xfrm>
            <a:off x="5948210" y="1524000"/>
            <a:ext cx="561975" cy="23812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800" b="1">
                <a:solidFill>
                  <a:srgbClr val="102576"/>
                </a:solidFill>
                <a:latin typeface="Noto Sans CJK SC"/>
                <a:ea typeface="Noto Sans CJK SC"/>
                <a:cs typeface="Noto Sans CJK SC"/>
              </a:rPr>
              <a:t>充电电极</a:t>
            </a:r>
            <a:endParaRPr lang="zh-CN" sz="800"/>
          </a:p>
        </p:txBody>
      </p:sp>
      <p:sp>
        <p:nvSpPr>
          <p:cNvPr id="145" name="TextBox 145"/>
          <p:cNvSpPr txBox="1"/>
          <p:nvPr/>
        </p:nvSpPr>
        <p:spPr>
          <a:xfrm>
            <a:off x="3405035" y="2124075"/>
            <a:ext cx="371475" cy="23812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800" b="1">
                <a:solidFill>
                  <a:srgbClr val="102576"/>
                </a:solidFill>
                <a:latin typeface="Noto Sans CJK SC"/>
                <a:ea typeface="Noto Sans CJK SC"/>
                <a:cs typeface="Noto Sans CJK SC"/>
              </a:rPr>
              <a:t>相机</a:t>
            </a:r>
            <a:endParaRPr lang="zh-CN" sz="800"/>
          </a:p>
        </p:txBody>
      </p:sp>
      <p:sp>
        <p:nvSpPr>
          <p:cNvPr id="146" name="TextBox 146"/>
          <p:cNvSpPr txBox="1"/>
          <p:nvPr/>
        </p:nvSpPr>
        <p:spPr>
          <a:xfrm>
            <a:off x="3405035" y="3781425"/>
            <a:ext cx="561975" cy="23812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800" b="1">
                <a:solidFill>
                  <a:srgbClr val="102576"/>
                </a:solidFill>
                <a:latin typeface="Noto Sans CJK SC"/>
                <a:ea typeface="Noto Sans CJK SC"/>
                <a:cs typeface="Noto Sans CJK SC"/>
              </a:rPr>
              <a:t>姿态电机</a:t>
            </a:r>
            <a:endParaRPr lang="zh-CN" sz="800"/>
          </a:p>
        </p:txBody>
      </p:sp>
      <p:sp>
        <p:nvSpPr>
          <p:cNvPr id="147" name="TextBox 147"/>
          <p:cNvSpPr txBox="1"/>
          <p:nvPr/>
        </p:nvSpPr>
        <p:spPr>
          <a:xfrm>
            <a:off x="4033685" y="3781425"/>
            <a:ext cx="514350" cy="23812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800" b="1">
                <a:solidFill>
                  <a:srgbClr val="102576"/>
                </a:solidFill>
                <a:latin typeface="Noto Sans CJK SC"/>
                <a:ea typeface="Noto Sans CJK SC"/>
                <a:cs typeface="Noto Sans CJK SC"/>
              </a:rPr>
              <a:t>电池</a:t>
            </a:r>
            <a:endParaRPr lang="zh-CN" sz="800"/>
          </a:p>
        </p:txBody>
      </p:sp>
      <p:sp>
        <p:nvSpPr>
          <p:cNvPr id="148" name="TextBox 148"/>
          <p:cNvSpPr txBox="1"/>
          <p:nvPr/>
        </p:nvSpPr>
        <p:spPr>
          <a:xfrm>
            <a:off x="4633760" y="3781425"/>
            <a:ext cx="581025" cy="23812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800" b="1">
                <a:solidFill>
                  <a:srgbClr val="102576"/>
                </a:solidFill>
                <a:latin typeface="Noto Sans CJK SC"/>
                <a:ea typeface="Noto Sans CJK SC"/>
                <a:cs typeface="Noto Sans CJK SC"/>
              </a:rPr>
              <a:t>滚筒电机</a:t>
            </a:r>
            <a:endParaRPr lang="zh-CN" sz="800"/>
          </a:p>
        </p:txBody>
      </p:sp>
      <p:sp>
        <p:nvSpPr>
          <p:cNvPr id="149" name="TextBox 149"/>
          <p:cNvSpPr txBox="1"/>
          <p:nvPr/>
        </p:nvSpPr>
        <p:spPr>
          <a:xfrm>
            <a:off x="5271935" y="3781425"/>
            <a:ext cx="581025" cy="23812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800" b="1">
                <a:solidFill>
                  <a:srgbClr val="102576"/>
                </a:solidFill>
                <a:latin typeface="Noto Sans CJK SC"/>
                <a:ea typeface="Noto Sans CJK SC"/>
                <a:cs typeface="Noto Sans CJK SC"/>
              </a:rPr>
              <a:t>行走电机</a:t>
            </a:r>
            <a:endParaRPr lang="zh-CN" sz="800"/>
          </a:p>
        </p:txBody>
      </p:sp>
      <p:sp>
        <p:nvSpPr>
          <p:cNvPr id="150" name="TextBox 150"/>
          <p:cNvSpPr txBox="1"/>
          <p:nvPr/>
        </p:nvSpPr>
        <p:spPr>
          <a:xfrm>
            <a:off x="5929160" y="3781425"/>
            <a:ext cx="514350" cy="23812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800" b="1">
                <a:solidFill>
                  <a:srgbClr val="102576"/>
                </a:solidFill>
                <a:latin typeface="Noto Sans CJK SC"/>
                <a:ea typeface="Noto Sans CJK SC"/>
                <a:cs typeface="Noto Sans CJK SC"/>
              </a:rPr>
              <a:t>变压器</a:t>
            </a:r>
            <a:endParaRPr lang="zh-CN" sz="800"/>
          </a:p>
        </p:txBody>
      </p:sp>
      <p:sp>
        <p:nvSpPr>
          <p:cNvPr id="151" name="TextBox 151"/>
          <p:cNvSpPr txBox="1"/>
          <p:nvPr/>
        </p:nvSpPr>
        <p:spPr>
          <a:xfrm>
            <a:off x="6748310" y="2114550"/>
            <a:ext cx="371475" cy="2286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800" b="1">
                <a:solidFill>
                  <a:srgbClr val="102576"/>
                </a:solidFill>
                <a:latin typeface="Arial"/>
                <a:ea typeface="Arial"/>
                <a:cs typeface="Arial"/>
              </a:rPr>
              <a:t>DTU</a:t>
            </a:r>
            <a:endParaRPr lang="zh-CN" sz="800"/>
          </a:p>
        </p:txBody>
      </p:sp>
      <p:sp>
        <p:nvSpPr>
          <p:cNvPr id="152" name="TextBox 152"/>
          <p:cNvSpPr txBox="1"/>
          <p:nvPr/>
        </p:nvSpPr>
        <p:spPr>
          <a:xfrm>
            <a:off x="6643535" y="2743200"/>
            <a:ext cx="590550" cy="2190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800" b="1">
                <a:solidFill>
                  <a:srgbClr val="102576"/>
                </a:solidFill>
                <a:latin typeface="Noto Sans CJK SC"/>
                <a:ea typeface="Noto Sans CJK SC"/>
                <a:cs typeface="Noto Sans CJK SC"/>
              </a:rPr>
              <a:t>电子控制器</a:t>
            </a:r>
            <a:endParaRPr lang="zh-CN" sz="800"/>
          </a:p>
        </p:txBody>
      </p:sp>
      <p:sp>
        <p:nvSpPr>
          <p:cNvPr id="153" name="TextBox 153"/>
          <p:cNvSpPr txBox="1"/>
          <p:nvPr/>
        </p:nvSpPr>
        <p:spPr>
          <a:xfrm>
            <a:off x="6634010" y="3343275"/>
            <a:ext cx="609600" cy="2286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760" b="1">
                <a:solidFill>
                  <a:srgbClr val="102576"/>
                </a:solidFill>
                <a:latin typeface="Noto Sans CJK SC"/>
                <a:ea typeface="Noto Sans CJK SC"/>
                <a:cs typeface="Noto Sans CJK SC"/>
              </a:rPr>
              <a:t>USB转485</a:t>
            </a:r>
            <a:endParaRPr lang="zh-CN" sz="760"/>
          </a:p>
        </p:txBody>
      </p:sp>
      <p:sp>
        <p:nvSpPr>
          <p:cNvPr id="154" name="TextBox 154"/>
          <p:cNvSpPr txBox="1"/>
          <p:nvPr/>
        </p:nvSpPr>
        <p:spPr>
          <a:xfrm>
            <a:off x="6710210" y="3943350"/>
            <a:ext cx="466725" cy="2190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800" b="1">
                <a:solidFill>
                  <a:srgbClr val="102576"/>
                </a:solidFill>
                <a:latin typeface="Noto Sans CJK SC"/>
                <a:ea typeface="Noto Sans CJK SC"/>
                <a:cs typeface="Noto Sans CJK SC"/>
              </a:rPr>
              <a:t>继电器</a:t>
            </a:r>
            <a:endParaRPr lang="zh-CN" sz="800"/>
          </a:p>
        </p:txBody>
      </p:sp>
      <p:sp>
        <p:nvSpPr>
          <p:cNvPr id="155" name="TextBox 155"/>
          <p:cNvSpPr txBox="1"/>
          <p:nvPr/>
        </p:nvSpPr>
        <p:spPr>
          <a:xfrm>
            <a:off x="1138085" y="4229100"/>
            <a:ext cx="5953125" cy="27622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250" b="1">
                <a:solidFill>
                  <a:srgbClr val="0B236E"/>
                </a:solidFill>
                <a:latin typeface="Noto Sans CJK SC"/>
                <a:ea typeface="Noto Sans CJK SC"/>
                <a:cs typeface="Noto Sans CJK SC"/>
              </a:rPr>
              <a:t>内齿圈传动 + 电缸姿态调节，实时调整</a:t>
            </a:r>
            <a:r>
              <a:rPr lang="zh-CN" sz="1250" b="1">
                <a:solidFill>
                  <a:srgbClr val="FF0909"/>
                </a:solidFill>
                <a:latin typeface="Noto Sans CJK SC"/>
                <a:ea typeface="Noto Sans CJK SC"/>
                <a:cs typeface="Noto Sans CJK SC"/>
              </a:rPr>
              <a:t>推料角度与滚筒转速</a:t>
            </a:r>
            <a:r>
              <a:rPr lang="zh-CN" sz="1250" b="1">
                <a:solidFill>
                  <a:srgbClr val="0B236E"/>
                </a:solidFill>
                <a:latin typeface="Noto Sans CJK SC"/>
                <a:ea typeface="Noto Sans CJK SC"/>
                <a:cs typeface="Noto Sans CJK SC"/>
              </a:rPr>
              <a:t>，适应不同饲料堆型。</a:t>
            </a:r>
            <a:endParaRPr lang="zh-CN" sz="1250"/>
          </a:p>
        </p:txBody>
      </p:sp>
      <p:sp>
        <p:nvSpPr>
          <p:cNvPr id="156" name="TextBox 156"/>
          <p:cNvSpPr txBox="1"/>
          <p:nvPr/>
        </p:nvSpPr>
        <p:spPr>
          <a:xfrm>
            <a:off x="7653185" y="1514475"/>
            <a:ext cx="514350" cy="27622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62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24V Power</a:t>
            </a:r>
            <a:endParaRPr lang="zh-CN" sz="620"/>
          </a:p>
          <a:p>
            <a:pPr algn="ctr"/>
            <a:r>
              <a:rPr lang="zh-CN" sz="62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Supply</a:t>
            </a:r>
            <a:endParaRPr lang="zh-CN" sz="620"/>
          </a:p>
        </p:txBody>
      </p:sp>
      <p:sp>
        <p:nvSpPr>
          <p:cNvPr id="157" name="TextBox 157"/>
          <p:cNvSpPr txBox="1"/>
          <p:nvPr/>
        </p:nvSpPr>
        <p:spPr>
          <a:xfrm>
            <a:off x="9491510" y="1514475"/>
            <a:ext cx="561975" cy="27622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62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24V Power</a:t>
            </a:r>
            <a:endParaRPr lang="zh-CN" sz="620"/>
          </a:p>
          <a:p>
            <a:pPr algn="ctr"/>
            <a:r>
              <a:rPr lang="zh-CN" sz="62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Supply</a:t>
            </a:r>
            <a:endParaRPr lang="zh-CN" sz="620"/>
          </a:p>
        </p:txBody>
      </p:sp>
      <p:sp>
        <p:nvSpPr>
          <p:cNvPr id="158" name="TextBox 158"/>
          <p:cNvSpPr txBox="1"/>
          <p:nvPr/>
        </p:nvSpPr>
        <p:spPr>
          <a:xfrm>
            <a:off x="10567835" y="1504950"/>
            <a:ext cx="552450" cy="28575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62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24V Power</a:t>
            </a:r>
            <a:endParaRPr lang="zh-CN" sz="620"/>
          </a:p>
          <a:p>
            <a:pPr algn="ctr"/>
            <a:r>
              <a:rPr lang="zh-CN" sz="62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Supply</a:t>
            </a:r>
            <a:endParaRPr lang="zh-CN" sz="620"/>
          </a:p>
        </p:txBody>
      </p:sp>
      <p:sp>
        <p:nvSpPr>
          <p:cNvPr id="159" name="TextBox 159"/>
          <p:cNvSpPr txBox="1"/>
          <p:nvPr/>
        </p:nvSpPr>
        <p:spPr>
          <a:xfrm>
            <a:off x="8138960" y="2105025"/>
            <a:ext cx="419100" cy="1428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6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laser</a:t>
            </a:r>
            <a:endParaRPr lang="zh-CN" sz="625"/>
          </a:p>
        </p:txBody>
      </p:sp>
      <p:sp>
        <p:nvSpPr>
          <p:cNvPr id="160" name="TextBox 160"/>
          <p:cNvSpPr txBox="1"/>
          <p:nvPr/>
        </p:nvSpPr>
        <p:spPr>
          <a:xfrm>
            <a:off x="8634260" y="2105025"/>
            <a:ext cx="390525" cy="1428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6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imu</a:t>
            </a:r>
            <a:endParaRPr lang="zh-CN" sz="625"/>
          </a:p>
        </p:txBody>
      </p:sp>
      <p:sp>
        <p:nvSpPr>
          <p:cNvPr id="161" name="TextBox 161"/>
          <p:cNvSpPr txBox="1"/>
          <p:nvPr/>
        </p:nvSpPr>
        <p:spPr>
          <a:xfrm>
            <a:off x="9148610" y="2105025"/>
            <a:ext cx="447675" cy="1428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6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GNSS</a:t>
            </a:r>
            <a:endParaRPr lang="zh-CN" sz="625"/>
          </a:p>
        </p:txBody>
      </p:sp>
      <p:sp>
        <p:nvSpPr>
          <p:cNvPr id="162" name="TextBox 162"/>
          <p:cNvSpPr txBox="1"/>
          <p:nvPr/>
        </p:nvSpPr>
        <p:spPr>
          <a:xfrm>
            <a:off x="9748685" y="2105025"/>
            <a:ext cx="419100" cy="1428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6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DTU</a:t>
            </a:r>
            <a:endParaRPr lang="zh-CN" sz="625"/>
          </a:p>
        </p:txBody>
      </p:sp>
      <p:sp>
        <p:nvSpPr>
          <p:cNvPr id="163" name="TextBox 163"/>
          <p:cNvSpPr txBox="1"/>
          <p:nvPr/>
        </p:nvSpPr>
        <p:spPr>
          <a:xfrm>
            <a:off x="7548410" y="2295525"/>
            <a:ext cx="609600" cy="2667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62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48V to 24V</a:t>
            </a:r>
            <a:endParaRPr lang="zh-CN" sz="620"/>
          </a:p>
          <a:p>
            <a:pPr algn="ctr"/>
            <a:r>
              <a:rPr lang="zh-CN" sz="62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Converter</a:t>
            </a:r>
            <a:endParaRPr lang="zh-CN" sz="620"/>
          </a:p>
        </p:txBody>
      </p:sp>
      <p:sp>
        <p:nvSpPr>
          <p:cNvPr id="164" name="TextBox 164"/>
          <p:cNvSpPr txBox="1"/>
          <p:nvPr/>
        </p:nvSpPr>
        <p:spPr>
          <a:xfrm>
            <a:off x="8005610" y="2752725"/>
            <a:ext cx="666750" cy="2571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63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RS485</a:t>
            </a:r>
            <a:endParaRPr lang="zh-CN" sz="630"/>
          </a:p>
          <a:p>
            <a:pPr algn="ctr"/>
            <a:r>
              <a:rPr lang="zh-CN" sz="63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Communication</a:t>
            </a:r>
            <a:endParaRPr lang="zh-CN" sz="630"/>
          </a:p>
        </p:txBody>
      </p:sp>
      <p:sp>
        <p:nvSpPr>
          <p:cNvPr id="165" name="TextBox 165"/>
          <p:cNvSpPr txBox="1"/>
          <p:nvPr/>
        </p:nvSpPr>
        <p:spPr>
          <a:xfrm>
            <a:off x="8662835" y="2828925"/>
            <a:ext cx="704850" cy="2571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64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FEVM FN606</a:t>
            </a:r>
            <a:endParaRPr lang="zh-CN" sz="640"/>
          </a:p>
          <a:p>
            <a:pPr algn="ctr"/>
            <a:r>
              <a:rPr lang="zh-CN" sz="64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(Master Unit)</a:t>
            </a:r>
            <a:endParaRPr lang="zh-CN" sz="640"/>
          </a:p>
        </p:txBody>
      </p:sp>
      <p:sp>
        <p:nvSpPr>
          <p:cNvPr id="166" name="TextBox 166"/>
          <p:cNvSpPr txBox="1"/>
          <p:nvPr/>
        </p:nvSpPr>
        <p:spPr>
          <a:xfrm>
            <a:off x="9348635" y="2724150"/>
            <a:ext cx="695325" cy="2667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63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RS485</a:t>
            </a:r>
            <a:endParaRPr lang="zh-CN" sz="630"/>
          </a:p>
          <a:p>
            <a:pPr algn="ctr"/>
            <a:r>
              <a:rPr lang="zh-CN" sz="63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Communication</a:t>
            </a:r>
            <a:endParaRPr lang="zh-CN" sz="630"/>
          </a:p>
        </p:txBody>
      </p:sp>
      <p:sp>
        <p:nvSpPr>
          <p:cNvPr id="167" name="TextBox 167"/>
          <p:cNvSpPr txBox="1"/>
          <p:nvPr/>
        </p:nvSpPr>
        <p:spPr>
          <a:xfrm>
            <a:off x="7596035" y="3276600"/>
            <a:ext cx="638175" cy="1524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64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Motor driver</a:t>
            </a:r>
            <a:endParaRPr lang="zh-CN" sz="640"/>
          </a:p>
        </p:txBody>
      </p:sp>
      <p:sp>
        <p:nvSpPr>
          <p:cNvPr id="168" name="TextBox 168"/>
          <p:cNvSpPr txBox="1"/>
          <p:nvPr/>
        </p:nvSpPr>
        <p:spPr>
          <a:xfrm>
            <a:off x="8196110" y="3562350"/>
            <a:ext cx="866775" cy="2571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63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1:3 Microcontroller</a:t>
            </a:r>
            <a:endParaRPr lang="zh-CN" sz="630"/>
          </a:p>
          <a:p>
            <a:pPr algn="ctr"/>
            <a:r>
              <a:rPr lang="zh-CN" sz="63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(Slave Unit)</a:t>
            </a:r>
            <a:endParaRPr lang="zh-CN" sz="630"/>
          </a:p>
        </p:txBody>
      </p:sp>
      <p:sp>
        <p:nvSpPr>
          <p:cNvPr id="169" name="TextBox 169"/>
          <p:cNvSpPr txBox="1"/>
          <p:nvPr/>
        </p:nvSpPr>
        <p:spPr>
          <a:xfrm>
            <a:off x="7538885" y="3819525"/>
            <a:ext cx="628650" cy="2667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62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48V Power</a:t>
            </a:r>
            <a:endParaRPr lang="zh-CN" sz="620"/>
          </a:p>
          <a:p>
            <a:pPr algn="ctr"/>
            <a:r>
              <a:rPr lang="zh-CN" sz="62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supply</a:t>
            </a:r>
            <a:endParaRPr lang="zh-CN" sz="620"/>
          </a:p>
        </p:txBody>
      </p:sp>
      <p:sp>
        <p:nvSpPr>
          <p:cNvPr id="170" name="TextBox 170"/>
          <p:cNvSpPr txBox="1"/>
          <p:nvPr/>
        </p:nvSpPr>
        <p:spPr>
          <a:xfrm>
            <a:off x="8910485" y="3152775"/>
            <a:ext cx="542925" cy="2571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62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20V Power</a:t>
            </a:r>
            <a:endParaRPr lang="zh-CN" sz="620"/>
          </a:p>
          <a:p>
            <a:pPr algn="ctr"/>
            <a:r>
              <a:rPr lang="zh-CN" sz="62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Supply</a:t>
            </a:r>
            <a:endParaRPr lang="zh-CN" sz="620"/>
          </a:p>
        </p:txBody>
      </p:sp>
      <p:sp>
        <p:nvSpPr>
          <p:cNvPr id="171" name="TextBox 171"/>
          <p:cNvSpPr txBox="1"/>
          <p:nvPr/>
        </p:nvSpPr>
        <p:spPr>
          <a:xfrm>
            <a:off x="8405660" y="4029075"/>
            <a:ext cx="685800" cy="2571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62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48V to 20V</a:t>
            </a:r>
            <a:endParaRPr lang="zh-CN" sz="620"/>
          </a:p>
          <a:p>
            <a:pPr algn="ctr"/>
            <a:r>
              <a:rPr lang="zh-CN" sz="62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Converter</a:t>
            </a:r>
            <a:endParaRPr lang="zh-CN" sz="620"/>
          </a:p>
        </p:txBody>
      </p:sp>
      <p:sp>
        <p:nvSpPr>
          <p:cNvPr id="172" name="TextBox 172"/>
          <p:cNvSpPr txBox="1"/>
          <p:nvPr/>
        </p:nvSpPr>
        <p:spPr>
          <a:xfrm>
            <a:off x="9281960" y="4381500"/>
            <a:ext cx="895350" cy="16192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63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Vehicle Power Supply</a:t>
            </a:r>
            <a:endParaRPr lang="zh-CN" sz="630"/>
          </a:p>
        </p:txBody>
      </p:sp>
      <p:sp>
        <p:nvSpPr>
          <p:cNvPr id="173" name="TextBox 173"/>
          <p:cNvSpPr txBox="1"/>
          <p:nvPr/>
        </p:nvSpPr>
        <p:spPr>
          <a:xfrm>
            <a:off x="9443885" y="3333750"/>
            <a:ext cx="676275" cy="16192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63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USB to RS485</a:t>
            </a:r>
            <a:endParaRPr lang="zh-CN" sz="630"/>
          </a:p>
        </p:txBody>
      </p:sp>
      <p:sp>
        <p:nvSpPr>
          <p:cNvPr id="174" name="TextBox 174"/>
          <p:cNvSpPr txBox="1"/>
          <p:nvPr/>
        </p:nvSpPr>
        <p:spPr>
          <a:xfrm>
            <a:off x="10101110" y="2619375"/>
            <a:ext cx="533400" cy="1428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63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Converter</a:t>
            </a:r>
            <a:endParaRPr lang="zh-CN" sz="630"/>
          </a:p>
        </p:txBody>
      </p:sp>
      <p:sp>
        <p:nvSpPr>
          <p:cNvPr id="175" name="TextBox 175"/>
          <p:cNvSpPr txBox="1"/>
          <p:nvPr/>
        </p:nvSpPr>
        <p:spPr>
          <a:xfrm>
            <a:off x="10558310" y="2552700"/>
            <a:ext cx="733425" cy="1428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62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Electric Actuator</a:t>
            </a:r>
            <a:endParaRPr lang="zh-CN" sz="620"/>
          </a:p>
        </p:txBody>
      </p:sp>
      <p:sp>
        <p:nvSpPr>
          <p:cNvPr id="176" name="TextBox 176"/>
          <p:cNvSpPr txBox="1"/>
          <p:nvPr/>
        </p:nvSpPr>
        <p:spPr>
          <a:xfrm>
            <a:off x="10558310" y="3343275"/>
            <a:ext cx="742950" cy="1524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62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Electric Actuator</a:t>
            </a:r>
            <a:endParaRPr lang="zh-CN" sz="620"/>
          </a:p>
        </p:txBody>
      </p:sp>
      <p:sp>
        <p:nvSpPr>
          <p:cNvPr id="177" name="TextBox 177"/>
          <p:cNvSpPr txBox="1"/>
          <p:nvPr/>
        </p:nvSpPr>
        <p:spPr>
          <a:xfrm>
            <a:off x="10567835" y="2819400"/>
            <a:ext cx="552450" cy="27622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62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24V Power</a:t>
            </a:r>
            <a:endParaRPr lang="zh-CN" sz="620"/>
          </a:p>
          <a:p>
            <a:pPr algn="ctr"/>
            <a:r>
              <a:rPr lang="zh-CN" sz="62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Supply</a:t>
            </a:r>
            <a:endParaRPr lang="zh-CN" sz="620"/>
          </a:p>
        </p:txBody>
      </p:sp>
      <p:sp>
        <p:nvSpPr>
          <p:cNvPr id="178" name="TextBox 178"/>
          <p:cNvSpPr txBox="1"/>
          <p:nvPr/>
        </p:nvSpPr>
        <p:spPr>
          <a:xfrm>
            <a:off x="10101110" y="3295650"/>
            <a:ext cx="581025" cy="27622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62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24V Power</a:t>
            </a:r>
            <a:endParaRPr lang="zh-CN" sz="620"/>
          </a:p>
          <a:p>
            <a:pPr algn="ctr"/>
            <a:r>
              <a:rPr lang="zh-CN" sz="62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Supply</a:t>
            </a:r>
            <a:endParaRPr lang="zh-CN" sz="620"/>
          </a:p>
        </p:txBody>
      </p:sp>
      <p:sp>
        <p:nvSpPr>
          <p:cNvPr id="179" name="TextBox 179"/>
          <p:cNvSpPr txBox="1"/>
          <p:nvPr/>
        </p:nvSpPr>
        <p:spPr>
          <a:xfrm>
            <a:off x="10215410" y="3905250"/>
            <a:ext cx="381000" cy="16192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65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配电盒</a:t>
            </a:r>
            <a:endParaRPr lang="zh-CN" sz="650"/>
          </a:p>
        </p:txBody>
      </p:sp>
      <p:sp>
        <p:nvSpPr>
          <p:cNvPr id="180" name="TextBox 180"/>
          <p:cNvSpPr txBox="1"/>
          <p:nvPr/>
        </p:nvSpPr>
        <p:spPr>
          <a:xfrm>
            <a:off x="10539260" y="3990975"/>
            <a:ext cx="781050" cy="16192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62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Electric Machine</a:t>
            </a:r>
            <a:endParaRPr lang="zh-CN" sz="620"/>
          </a:p>
        </p:txBody>
      </p:sp>
      <p:sp>
        <p:nvSpPr>
          <p:cNvPr id="181" name="TextBox 181"/>
          <p:cNvSpPr txBox="1"/>
          <p:nvPr/>
        </p:nvSpPr>
        <p:spPr>
          <a:xfrm>
            <a:off x="10729760" y="4324350"/>
            <a:ext cx="276225" cy="1524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63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LED</a:t>
            </a:r>
            <a:endParaRPr lang="zh-CN" sz="630"/>
          </a:p>
        </p:txBody>
      </p:sp>
      <p:sp>
        <p:nvSpPr>
          <p:cNvPr id="182" name="TextBox 182"/>
          <p:cNvSpPr txBox="1"/>
          <p:nvPr/>
        </p:nvSpPr>
        <p:spPr>
          <a:xfrm>
            <a:off x="11301260" y="2619375"/>
            <a:ext cx="523875" cy="16192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66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激光雷达</a:t>
            </a:r>
            <a:endParaRPr lang="zh-CN" sz="660"/>
          </a:p>
        </p:txBody>
      </p:sp>
      <p:sp>
        <p:nvSpPr>
          <p:cNvPr id="183" name="TextBox 183"/>
          <p:cNvSpPr txBox="1"/>
          <p:nvPr/>
        </p:nvSpPr>
        <p:spPr>
          <a:xfrm>
            <a:off x="11301260" y="3467100"/>
            <a:ext cx="523875" cy="16192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66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姿态调整</a:t>
            </a:r>
            <a:endParaRPr lang="zh-CN" sz="660"/>
          </a:p>
        </p:txBody>
      </p:sp>
      <p:sp>
        <p:nvSpPr>
          <p:cNvPr id="184" name="TextBox 184"/>
          <p:cNvSpPr txBox="1"/>
          <p:nvPr/>
        </p:nvSpPr>
        <p:spPr>
          <a:xfrm>
            <a:off x="11301260" y="4257675"/>
            <a:ext cx="523875" cy="16192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66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滚筒自转</a:t>
            </a:r>
            <a:endParaRPr lang="zh-CN" sz="660"/>
          </a:p>
        </p:txBody>
      </p:sp>
      <p:sp>
        <p:nvSpPr>
          <p:cNvPr id="185" name="TextBox 185"/>
          <p:cNvSpPr txBox="1"/>
          <p:nvPr/>
        </p:nvSpPr>
        <p:spPr>
          <a:xfrm>
            <a:off x="1461935" y="4838700"/>
            <a:ext cx="1495425" cy="36195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250" b="1">
                <a:solidFill>
                  <a:srgbClr val="0D207E"/>
                </a:solidFill>
                <a:latin typeface="Arial"/>
                <a:ea typeface="Arial"/>
                <a:cs typeface="Arial"/>
              </a:rPr>
              <a:t>0.6 m</a:t>
            </a:r>
            <a:endParaRPr lang="zh-CN" sz="2250"/>
          </a:p>
        </p:txBody>
      </p:sp>
      <p:sp>
        <p:nvSpPr>
          <p:cNvPr id="186" name="TextBox 186"/>
          <p:cNvSpPr txBox="1"/>
          <p:nvPr/>
        </p:nvSpPr>
        <p:spPr>
          <a:xfrm>
            <a:off x="1471460" y="5181600"/>
            <a:ext cx="1495425" cy="2190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125" b="1">
                <a:solidFill>
                  <a:srgbClr val="0C226C"/>
                </a:solidFill>
                <a:latin typeface="Noto Sans CJK SC"/>
                <a:ea typeface="Noto Sans CJK SC"/>
                <a:cs typeface="Noto Sans CJK SC"/>
              </a:rPr>
              <a:t>最小转弯半径</a:t>
            </a:r>
            <a:endParaRPr lang="zh-CN" sz="1125"/>
          </a:p>
        </p:txBody>
      </p:sp>
      <p:sp>
        <p:nvSpPr>
          <p:cNvPr id="187" name="TextBox 187"/>
          <p:cNvSpPr txBox="1"/>
          <p:nvPr/>
        </p:nvSpPr>
        <p:spPr>
          <a:xfrm>
            <a:off x="1471460" y="5391150"/>
            <a:ext cx="1495425" cy="2190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25">
                <a:solidFill>
                  <a:srgbClr val="0C226C"/>
                </a:solidFill>
                <a:latin typeface="Noto Sans CJK SC"/>
                <a:ea typeface="Noto Sans CJK SC"/>
                <a:cs typeface="Noto Sans CJK SC"/>
              </a:rPr>
              <a:t>窄通道灵活掉头</a:t>
            </a:r>
            <a:endParaRPr lang="zh-CN" sz="1025"/>
          </a:p>
        </p:txBody>
      </p:sp>
      <p:sp>
        <p:nvSpPr>
          <p:cNvPr id="188" name="TextBox 188"/>
          <p:cNvSpPr txBox="1"/>
          <p:nvPr/>
        </p:nvSpPr>
        <p:spPr>
          <a:xfrm>
            <a:off x="4290860" y="4838700"/>
            <a:ext cx="1714500" cy="36195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250" b="1">
                <a:solidFill>
                  <a:srgbClr val="0D207E"/>
                </a:solidFill>
                <a:latin typeface="Arial"/>
                <a:ea typeface="Arial"/>
                <a:cs typeface="Arial"/>
              </a:rPr>
              <a:t>3.5-6 m</a:t>
            </a:r>
            <a:endParaRPr lang="zh-CN" sz="2250"/>
          </a:p>
        </p:txBody>
      </p:sp>
      <p:sp>
        <p:nvSpPr>
          <p:cNvPr id="189" name="TextBox 189"/>
          <p:cNvSpPr txBox="1"/>
          <p:nvPr/>
        </p:nvSpPr>
        <p:spPr>
          <a:xfrm>
            <a:off x="4300385" y="5181600"/>
            <a:ext cx="1714500" cy="2190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125" b="1">
                <a:solidFill>
                  <a:srgbClr val="0C226C"/>
                </a:solidFill>
                <a:latin typeface="Noto Sans CJK SC"/>
                <a:ea typeface="Noto Sans CJK SC"/>
                <a:cs typeface="Noto Sans CJK SC"/>
              </a:rPr>
              <a:t>适配饲喂通道宽度</a:t>
            </a:r>
            <a:endParaRPr lang="zh-CN" sz="1125"/>
          </a:p>
        </p:txBody>
      </p:sp>
      <p:sp>
        <p:nvSpPr>
          <p:cNvPr id="190" name="TextBox 190"/>
          <p:cNvSpPr txBox="1"/>
          <p:nvPr/>
        </p:nvSpPr>
        <p:spPr>
          <a:xfrm>
            <a:off x="4300385" y="5391150"/>
            <a:ext cx="1714500" cy="2190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25">
                <a:solidFill>
                  <a:srgbClr val="0C226C"/>
                </a:solidFill>
                <a:latin typeface="Noto Sans CJK SC"/>
                <a:ea typeface="Noto Sans CJK SC"/>
                <a:cs typeface="Noto Sans CJK SC"/>
              </a:rPr>
              <a:t>覆盖主流牛舍规格</a:t>
            </a:r>
            <a:endParaRPr lang="zh-CN" sz="1025"/>
          </a:p>
        </p:txBody>
      </p:sp>
      <p:sp>
        <p:nvSpPr>
          <p:cNvPr id="191" name="TextBox 191"/>
          <p:cNvSpPr txBox="1"/>
          <p:nvPr/>
        </p:nvSpPr>
        <p:spPr>
          <a:xfrm>
            <a:off x="7300760" y="4838700"/>
            <a:ext cx="1590675" cy="36195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250" b="1">
                <a:solidFill>
                  <a:srgbClr val="0D207E"/>
                </a:solidFill>
                <a:latin typeface="Arial"/>
                <a:ea typeface="Arial"/>
                <a:cs typeface="Arial"/>
              </a:rPr>
              <a:t>IP65</a:t>
            </a:r>
            <a:endParaRPr lang="zh-CN" sz="2250"/>
          </a:p>
        </p:txBody>
      </p:sp>
      <p:sp>
        <p:nvSpPr>
          <p:cNvPr id="192" name="TextBox 192"/>
          <p:cNvSpPr txBox="1"/>
          <p:nvPr/>
        </p:nvSpPr>
        <p:spPr>
          <a:xfrm>
            <a:off x="7310285" y="5181600"/>
            <a:ext cx="1590675" cy="2190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125" b="1">
                <a:solidFill>
                  <a:srgbClr val="0C226C"/>
                </a:solidFill>
                <a:latin typeface="Noto Sans CJK SC"/>
                <a:ea typeface="Noto Sans CJK SC"/>
                <a:cs typeface="Noto Sans CJK SC"/>
              </a:rPr>
              <a:t>电器柜防护等级</a:t>
            </a:r>
            <a:endParaRPr lang="zh-CN" sz="1125"/>
          </a:p>
        </p:txBody>
      </p:sp>
      <p:sp>
        <p:nvSpPr>
          <p:cNvPr id="193" name="TextBox 193"/>
          <p:cNvSpPr txBox="1"/>
          <p:nvPr/>
        </p:nvSpPr>
        <p:spPr>
          <a:xfrm>
            <a:off x="7310285" y="5391150"/>
            <a:ext cx="1590675" cy="2190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25">
                <a:solidFill>
                  <a:srgbClr val="0C226C"/>
                </a:solidFill>
                <a:latin typeface="Noto Sans CJK SC"/>
                <a:ea typeface="Noto Sans CJK SC"/>
                <a:cs typeface="Noto Sans CJK SC"/>
              </a:rPr>
              <a:t>适配高湿高粉尘环境</a:t>
            </a:r>
            <a:endParaRPr lang="zh-CN" sz="1025"/>
          </a:p>
        </p:txBody>
      </p:sp>
      <p:sp>
        <p:nvSpPr>
          <p:cNvPr id="194" name="TextBox 194"/>
          <p:cNvSpPr txBox="1"/>
          <p:nvPr/>
        </p:nvSpPr>
        <p:spPr>
          <a:xfrm>
            <a:off x="10301135" y="4838700"/>
            <a:ext cx="1466850" cy="36195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250" b="1">
                <a:solidFill>
                  <a:srgbClr val="0D207E"/>
                </a:solidFill>
                <a:latin typeface="Arial"/>
                <a:ea typeface="Arial"/>
                <a:cs typeface="Arial"/>
              </a:rPr>
              <a:t>48 V</a:t>
            </a:r>
            <a:endParaRPr lang="zh-CN" sz="2250"/>
          </a:p>
        </p:txBody>
      </p:sp>
      <p:sp>
        <p:nvSpPr>
          <p:cNvPr id="195" name="TextBox 195"/>
          <p:cNvSpPr txBox="1"/>
          <p:nvPr/>
        </p:nvSpPr>
        <p:spPr>
          <a:xfrm>
            <a:off x="10310660" y="5181600"/>
            <a:ext cx="1466850" cy="2190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125" b="1">
                <a:solidFill>
                  <a:srgbClr val="0C226C"/>
                </a:solidFill>
                <a:latin typeface="Noto Sans CJK SC"/>
                <a:ea typeface="Noto Sans CJK SC"/>
                <a:cs typeface="Noto Sans CJK SC"/>
              </a:rPr>
              <a:t>锂电池分层供电</a:t>
            </a:r>
            <a:endParaRPr lang="zh-CN" sz="1125"/>
          </a:p>
        </p:txBody>
      </p:sp>
      <p:sp>
        <p:nvSpPr>
          <p:cNvPr id="196" name="TextBox 196"/>
          <p:cNvSpPr txBox="1"/>
          <p:nvPr/>
        </p:nvSpPr>
        <p:spPr>
          <a:xfrm>
            <a:off x="10310660" y="5391150"/>
            <a:ext cx="1466850" cy="2190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25">
                <a:solidFill>
                  <a:srgbClr val="0C226C"/>
                </a:solidFill>
                <a:latin typeface="Noto Sans CJK SC"/>
                <a:ea typeface="Noto Sans CJK SC"/>
                <a:cs typeface="Noto Sans CJK SC"/>
              </a:rPr>
              <a:t>24V/20V/12V 三路输出</a:t>
            </a:r>
            <a:endParaRPr lang="zh-CN" sz="1025"/>
          </a:p>
        </p:txBody>
      </p:sp>
      <p:sp>
        <p:nvSpPr>
          <p:cNvPr id="197" name="TextBox 197"/>
          <p:cNvSpPr txBox="1"/>
          <p:nvPr/>
        </p:nvSpPr>
        <p:spPr>
          <a:xfrm>
            <a:off x="2281085" y="5800725"/>
            <a:ext cx="8334375" cy="3333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530" b="1">
                <a:solidFill>
                  <a:srgbClr val="08318F"/>
                </a:solidFill>
                <a:latin typeface="Noto Sans CJK SC"/>
                <a:ea typeface="Noto Sans CJK SC"/>
                <a:cs typeface="Noto Sans CJK SC"/>
              </a:rPr>
              <a:t>机电一体化协同架构 —— 结构成熟可靠，模块化加装无需改动核心机械，</a:t>
            </a:r>
            <a:r>
              <a:rPr lang="zh-CN" sz="1530" b="1">
                <a:solidFill>
                  <a:srgbClr val="FF0909"/>
                </a:solidFill>
                <a:latin typeface="Noto Sans CJK SC"/>
                <a:ea typeface="Noto Sans CJK SC"/>
                <a:cs typeface="Noto Sans CJK SC"/>
              </a:rPr>
              <a:t>改造成本低、复用率高</a:t>
            </a:r>
            <a:endParaRPr lang="zh-CN" sz="153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Verified same competition blue header identity as current source, reused prior builtin-imagegen job header-clean-base after deterministic normalization. Original selected output and prior job/hash records retained in assets/reused-provenance. No original headline remains."/>
          <p:cNvPicPr/>
          <p:nvPr/>
        </p:nvPicPr>
        <p:blipFill>
          <a:blip r:embed="rId2"/>
          <a:stretch>
            <a:fillRect/>
          </a:stretch>
        </p:blipFill>
        <p:spPr>
          <a:xfrm>
            <a:off x="3087" y="0"/>
            <a:ext cx="12185522" cy="1049471"/>
          </a:xfrm>
          <a:prstGeom prst="rect">
            <a:avLst/>
          </a:prstGeom>
        </p:spPr>
      </p:pic>
      <p:pic>
        <p:nvPicPr>
          <p:cNvPr id="3" name="Verified same faint unoccluded blade/turbine/city engineering background identity; reused prior background-only region [139,624,582,63]. Original prior source and manifest retained. No foreground text, logos, photo, card, or native content in this region."/>
          <p:cNvPicPr/>
          <p:nvPr/>
        </p:nvPicPr>
        <p:blipFill>
          <a:blip r:embed="rId3"/>
          <a:stretch>
            <a:fillRect/>
          </a:stretch>
        </p:blipFill>
        <p:spPr>
          <a:xfrm>
            <a:off x="1205605" y="5713785"/>
            <a:ext cx="5786665" cy="816255"/>
          </a:xfrm>
          <a:prstGeom prst="rect">
            <a:avLst/>
          </a:prstGeom>
        </p:spPr>
      </p:pic>
      <p:sp>
        <p:nvSpPr>
          <p:cNvPr id="4" name="Path 4"/>
          <p:cNvSpPr/>
          <p:nvPr/>
        </p:nvSpPr>
        <p:spPr>
          <a:xfrm>
            <a:off x="1271197" y="6486312"/>
            <a:ext cx="10917411" cy="371688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0" y="21600"/>
                </a:moveTo>
                <a:cubicBezTo>
                  <a:pt x="649" y="8047"/>
                  <a:pt x="764" y="1271"/>
                  <a:pt x="1168" y="1271"/>
                </a:cubicBezTo>
                <a:lnTo>
                  <a:pt x="16092" y="1271"/>
                </a:lnTo>
                <a:cubicBezTo>
                  <a:pt x="16741" y="-1271"/>
                  <a:pt x="16669" y="16094"/>
                  <a:pt x="17361" y="16094"/>
                </a:cubicBezTo>
                <a:lnTo>
                  <a:pt x="21600" y="16094"/>
                </a:lnTo>
              </a:path>
            </a:pathLst>
          </a:custGeom>
          <a:noFill/>
          <a:ln w="41910">
            <a:solidFill>
              <a:srgbClr val="F8BAA7"/>
            </a:solidFill>
          </a:ln>
        </p:spPr>
        <p:txBody>
          <a:bodyPr/>
          <a:lstStyle/>
          <a:p/>
        </p:txBody>
      </p:sp>
      <p:pic>
        <p:nvPicPr>
          <p:cNvPr id="5" name="Native-or-script simple footer blue-cyan gradient and original structural curve normalized procedurally; no semantic foreground synthesized."/>
          <p:cNvPicPr/>
          <p:nvPr/>
        </p:nvPicPr>
        <p:blipFill>
          <a:blip r:embed="rId4"/>
          <a:stretch>
            <a:fillRect/>
          </a:stretch>
        </p:blipFill>
        <p:spPr>
          <a:xfrm>
            <a:off x="3087" y="6391569"/>
            <a:ext cx="12185522" cy="466431"/>
          </a:xfrm>
          <a:prstGeom prst="rect">
            <a:avLst/>
          </a:prstGeom>
        </p:spPr>
      </p:pic>
      <p:sp>
        <p:nvSpPr>
          <p:cNvPr id="6" name="Line 6"/>
          <p:cNvSpPr/>
          <p:nvPr/>
        </p:nvSpPr>
        <p:spPr>
          <a:xfrm>
            <a:off x="5716872" y="1829286"/>
            <a:ext cx="757951" cy="0"/>
          </a:xfrm>
          <a:prstGeom prst="line">
            <a:avLst/>
          </a:prstGeom>
          <a:noFill/>
          <a:ln w="19050">
            <a:solidFill>
              <a:srgbClr val="0899A8"/>
            </a:solidFill>
          </a:ln>
        </p:spPr>
        <p:txBody>
          <a:bodyPr/>
          <a:lstStyle/>
          <a:p/>
        </p:txBody>
      </p:sp>
      <p:sp>
        <p:nvSpPr>
          <p:cNvPr id="7" name="Line 7"/>
          <p:cNvSpPr/>
          <p:nvPr/>
        </p:nvSpPr>
        <p:spPr>
          <a:xfrm>
            <a:off x="2502868" y="5823105"/>
            <a:ext cx="757951" cy="0"/>
          </a:xfrm>
          <a:prstGeom prst="line">
            <a:avLst/>
          </a:prstGeom>
          <a:noFill/>
          <a:ln w="8890">
            <a:solidFill>
              <a:srgbClr val="3CA9B0"/>
            </a:solidFill>
          </a:ln>
        </p:spPr>
        <p:txBody>
          <a:bodyPr/>
          <a:lstStyle/>
          <a:p/>
        </p:txBody>
      </p:sp>
      <p:sp>
        <p:nvSpPr>
          <p:cNvPr id="8" name="Line 8"/>
          <p:cNvSpPr/>
          <p:nvPr/>
        </p:nvSpPr>
        <p:spPr>
          <a:xfrm>
            <a:off x="8887148" y="5823105"/>
            <a:ext cx="794391" cy="0"/>
          </a:xfrm>
          <a:prstGeom prst="line">
            <a:avLst/>
          </a:prstGeom>
          <a:noFill/>
          <a:ln w="8890">
            <a:solidFill>
              <a:srgbClr val="3CA9B0"/>
            </a:solidFill>
          </a:ln>
        </p:spPr>
        <p:txBody>
          <a:bodyPr/>
          <a:lstStyle/>
          <a:p/>
        </p:txBody>
      </p:sp>
      <p:pic>
        <p:nvPicPr>
          <p:cNvPr id="9" name="Current-source builtin image edit local clean base. Exact barn/cow rows, yellow circular robot and yellow-dot obstacle identity and positions retained. Fence line/Local path/Sandstorm/Direction and structural overlays removed for native editing. Selected explicit tool output imported by CLI."/>
          <p:cNvPicPr/>
          <p:nvPr/>
        </p:nvPicPr>
        <p:blipFill>
          <a:blip r:embed="rId5"/>
          <a:stretch>
            <a:fillRect/>
          </a:stretch>
        </p:blipFill>
        <p:spPr>
          <a:xfrm>
            <a:off x="360198" y="2106230"/>
            <a:ext cx="5509722" cy="2907909"/>
          </a:xfrm>
          <a:prstGeom prst="rect">
            <a:avLst/>
          </a:prstGeom>
        </p:spPr>
      </p:pic>
      <p:pic>
        <p:nvPicPr>
          <p:cNvPr id="10" name="Current-source builtin image-edit independent vision image. Original barn perspective, purple stalls, teal segmented-cow masks and yellow ear tags retained. Only slide frame/ribbon removed. No ordinary slide text remains."/>
          <p:cNvPicPr/>
          <p:nvPr/>
        </p:nvPicPr>
        <p:blipFill>
          <a:blip r:embed="rId6"/>
          <a:stretch>
            <a:fillRect/>
          </a:stretch>
        </p:blipFill>
        <p:spPr>
          <a:xfrm>
            <a:off x="6409231" y="2098942"/>
            <a:ext cx="5414978" cy="2915197"/>
          </a:xfrm>
          <a:prstGeom prst="rect">
            <a:avLst/>
          </a:prstGeom>
        </p:spPr>
      </p:pic>
      <p:sp>
        <p:nvSpPr>
          <p:cNvPr id="11" name="Line 11"/>
          <p:cNvSpPr/>
          <p:nvPr/>
        </p:nvSpPr>
        <p:spPr>
          <a:xfrm>
            <a:off x="3078619" y="3017228"/>
            <a:ext cx="2303005" cy="0"/>
          </a:xfrm>
          <a:prstGeom prst="line">
            <a:avLst/>
          </a:prstGeom>
          <a:noFill/>
          <a:ln w="19050">
            <a:solidFill>
              <a:srgbClr val="F7F900"/>
            </a:solidFill>
          </a:ln>
        </p:spPr>
        <p:txBody>
          <a:bodyPr/>
          <a:lstStyle/>
          <a:p/>
        </p:txBody>
      </p:sp>
      <p:sp>
        <p:nvSpPr>
          <p:cNvPr id="12" name="Line 12"/>
          <p:cNvSpPr/>
          <p:nvPr/>
        </p:nvSpPr>
        <p:spPr>
          <a:xfrm flipH="1" flipV="1">
            <a:off x="4084362" y="3024516"/>
            <a:ext cx="787103" cy="437279"/>
          </a:xfrm>
          <a:prstGeom prst="line">
            <a:avLst/>
          </a:prstGeom>
          <a:noFill/>
          <a:ln w="13970">
            <a:solidFill>
              <a:srgbClr val="FA1B13"/>
            </a:solidFill>
          </a:ln>
        </p:spPr>
        <p:txBody>
          <a:bodyPr/>
          <a:lstStyle/>
          <a:p/>
        </p:txBody>
      </p:sp>
      <p:sp>
        <p:nvSpPr>
          <p:cNvPr id="13" name="Line 13"/>
          <p:cNvSpPr/>
          <p:nvPr/>
        </p:nvSpPr>
        <p:spPr>
          <a:xfrm flipH="1" flipV="1">
            <a:off x="4295714" y="3024516"/>
            <a:ext cx="575751" cy="437279"/>
          </a:xfrm>
          <a:prstGeom prst="line">
            <a:avLst/>
          </a:prstGeom>
          <a:noFill/>
          <a:ln w="13970">
            <a:solidFill>
              <a:srgbClr val="FA1B13"/>
            </a:solidFill>
          </a:ln>
        </p:spPr>
        <p:txBody>
          <a:bodyPr/>
          <a:lstStyle/>
          <a:p/>
        </p:txBody>
      </p:sp>
      <p:sp>
        <p:nvSpPr>
          <p:cNvPr id="14" name="Line 14"/>
          <p:cNvSpPr/>
          <p:nvPr/>
        </p:nvSpPr>
        <p:spPr>
          <a:xfrm flipH="1" flipV="1">
            <a:off x="4463338" y="3024516"/>
            <a:ext cx="408128" cy="437279"/>
          </a:xfrm>
          <a:prstGeom prst="line">
            <a:avLst/>
          </a:prstGeom>
          <a:noFill/>
          <a:ln w="13970">
            <a:solidFill>
              <a:srgbClr val="FA1B13"/>
            </a:solidFill>
          </a:ln>
        </p:spPr>
        <p:txBody>
          <a:bodyPr/>
          <a:lstStyle/>
          <a:p/>
        </p:txBody>
      </p:sp>
      <p:sp>
        <p:nvSpPr>
          <p:cNvPr id="15" name="Line 15"/>
          <p:cNvSpPr/>
          <p:nvPr/>
        </p:nvSpPr>
        <p:spPr>
          <a:xfrm flipH="1" flipV="1">
            <a:off x="4645537" y="3024516"/>
            <a:ext cx="225928" cy="437279"/>
          </a:xfrm>
          <a:prstGeom prst="line">
            <a:avLst/>
          </a:prstGeom>
          <a:noFill/>
          <a:ln w="13970">
            <a:solidFill>
              <a:srgbClr val="FA1B13"/>
            </a:solidFill>
          </a:ln>
        </p:spPr>
        <p:txBody>
          <a:bodyPr/>
          <a:lstStyle/>
          <a:p/>
        </p:txBody>
      </p:sp>
      <p:sp>
        <p:nvSpPr>
          <p:cNvPr id="16" name="Line 16"/>
          <p:cNvSpPr/>
          <p:nvPr/>
        </p:nvSpPr>
        <p:spPr>
          <a:xfrm flipH="1" flipV="1">
            <a:off x="4856889" y="3024516"/>
            <a:ext cx="14576" cy="437279"/>
          </a:xfrm>
          <a:prstGeom prst="line">
            <a:avLst/>
          </a:prstGeom>
          <a:noFill/>
          <a:ln w="13970">
            <a:solidFill>
              <a:srgbClr val="FA1B13"/>
            </a:solidFill>
          </a:ln>
        </p:spPr>
        <p:txBody>
          <a:bodyPr/>
          <a:lstStyle/>
          <a:p/>
        </p:txBody>
      </p:sp>
      <p:sp>
        <p:nvSpPr>
          <p:cNvPr id="17" name="Line 17"/>
          <p:cNvSpPr/>
          <p:nvPr/>
        </p:nvSpPr>
        <p:spPr>
          <a:xfrm flipV="1">
            <a:off x="4871465" y="3024516"/>
            <a:ext cx="189488" cy="437279"/>
          </a:xfrm>
          <a:prstGeom prst="line">
            <a:avLst/>
          </a:prstGeom>
          <a:noFill/>
          <a:ln w="13970">
            <a:solidFill>
              <a:srgbClr val="FA1B13"/>
            </a:solidFill>
          </a:ln>
        </p:spPr>
        <p:txBody>
          <a:bodyPr/>
          <a:lstStyle/>
          <a:p/>
        </p:txBody>
      </p:sp>
      <p:sp>
        <p:nvSpPr>
          <p:cNvPr id="18" name="Line 18"/>
          <p:cNvSpPr/>
          <p:nvPr/>
        </p:nvSpPr>
        <p:spPr>
          <a:xfrm flipV="1">
            <a:off x="4871465" y="3024516"/>
            <a:ext cx="364400" cy="437279"/>
          </a:xfrm>
          <a:prstGeom prst="line">
            <a:avLst/>
          </a:prstGeom>
          <a:noFill/>
          <a:ln w="13970">
            <a:solidFill>
              <a:srgbClr val="FA1B13"/>
            </a:solidFill>
          </a:ln>
        </p:spPr>
        <p:txBody>
          <a:bodyPr/>
          <a:lstStyle/>
          <a:p/>
        </p:txBody>
      </p:sp>
      <p:sp>
        <p:nvSpPr>
          <p:cNvPr id="19" name="Line 19"/>
          <p:cNvSpPr/>
          <p:nvPr/>
        </p:nvSpPr>
        <p:spPr>
          <a:xfrm flipV="1">
            <a:off x="4871465" y="3024516"/>
            <a:ext cx="510159" cy="437279"/>
          </a:xfrm>
          <a:prstGeom prst="line">
            <a:avLst/>
          </a:prstGeom>
          <a:noFill/>
          <a:ln w="13970">
            <a:solidFill>
              <a:srgbClr val="FA1B13"/>
            </a:solidFill>
          </a:ln>
        </p:spPr>
        <p:txBody>
          <a:bodyPr/>
          <a:lstStyle/>
          <a:p/>
        </p:txBody>
      </p:sp>
      <p:sp>
        <p:nvSpPr>
          <p:cNvPr id="20" name="Line 20"/>
          <p:cNvSpPr/>
          <p:nvPr/>
        </p:nvSpPr>
        <p:spPr>
          <a:xfrm>
            <a:off x="3763690" y="3476372"/>
            <a:ext cx="969303" cy="0"/>
          </a:xfrm>
          <a:prstGeom prst="line">
            <a:avLst/>
          </a:prstGeom>
          <a:noFill/>
          <a:ln w="15240">
            <a:solidFill>
              <a:srgbClr val="1599CB"/>
            </a:solidFill>
          </a:ln>
        </p:spPr>
        <p:txBody>
          <a:bodyPr/>
          <a:lstStyle/>
          <a:p/>
        </p:txBody>
      </p:sp>
      <p:sp>
        <p:nvSpPr>
          <p:cNvPr id="21" name="Rect 21"/>
          <p:cNvSpPr/>
          <p:nvPr/>
        </p:nvSpPr>
        <p:spPr>
          <a:xfrm>
            <a:off x="4514353" y="3695012"/>
            <a:ext cx="787103" cy="255080"/>
          </a:xfrm>
          <a:prstGeom prst="leftArrow">
            <a:avLst/>
          </a:prstGeom>
          <a:solidFill>
            <a:srgbClr val="F7F1FA"/>
          </a:solidFill>
          <a:ln w="8255">
            <a:solidFill>
              <a:srgbClr val="60606C"/>
            </a:solidFill>
          </a:ln>
        </p:spPr>
        <p:txBody>
          <a:bodyPr/>
          <a:lstStyle/>
          <a:p/>
        </p:txBody>
      </p:sp>
      <p:sp>
        <p:nvSpPr>
          <p:cNvPr id="22" name="Rect 22"/>
          <p:cNvSpPr/>
          <p:nvPr/>
        </p:nvSpPr>
        <p:spPr>
          <a:xfrm>
            <a:off x="360198" y="2106230"/>
            <a:ext cx="495583" cy="290790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6035" y="3032"/>
                </a:lnTo>
                <a:lnTo>
                  <a:pt x="0" y="216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3" name="Rect 23"/>
          <p:cNvSpPr/>
          <p:nvPr/>
        </p:nvSpPr>
        <p:spPr>
          <a:xfrm>
            <a:off x="5359760" y="2106230"/>
            <a:ext cx="510159" cy="290790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1291" y="0"/>
                </a:moveTo>
                <a:lnTo>
                  <a:pt x="21600" y="21600"/>
                </a:lnTo>
                <a:lnTo>
                  <a:pt x="0" y="21600"/>
                </a:lnTo>
                <a:lnTo>
                  <a:pt x="17589" y="1873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4" name="Rect 24"/>
          <p:cNvSpPr/>
          <p:nvPr/>
        </p:nvSpPr>
        <p:spPr>
          <a:xfrm>
            <a:off x="6409231" y="2098942"/>
            <a:ext cx="502871" cy="2915197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5948" y="3078"/>
                </a:lnTo>
                <a:lnTo>
                  <a:pt x="0" y="216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Rect 25"/>
          <p:cNvSpPr/>
          <p:nvPr/>
        </p:nvSpPr>
        <p:spPr>
          <a:xfrm>
            <a:off x="11328625" y="2098942"/>
            <a:ext cx="495583" cy="2915197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1282" y="0"/>
                </a:moveTo>
                <a:lnTo>
                  <a:pt x="21600" y="21600"/>
                </a:lnTo>
                <a:lnTo>
                  <a:pt x="0" y="21600"/>
                </a:lnTo>
                <a:lnTo>
                  <a:pt x="18106" y="1873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pic>
        <p:nvPicPr>
          <p:cNvPr id="26" name="Current source frame/ribbon/laser-icon assembly separated serially with builtin imagegen on magenta. Repaired only packing-proportion defect with single original-ratio edit, then explicit CLI import and inspected whole-object region process-sheet with despill. Ordinary mode label and all scene content removed."/>
          <p:cNvPicPr/>
          <p:nvPr/>
        </p:nvPicPr>
        <p:blipFill>
          <a:blip r:embed="rId7"/>
          <a:stretch>
            <a:fillRect/>
          </a:stretch>
        </p:blipFill>
        <p:spPr>
          <a:xfrm>
            <a:off x="207150" y="1883946"/>
            <a:ext cx="5830393" cy="3760604"/>
          </a:xfrm>
          <a:prstGeom prst="rect">
            <a:avLst/>
          </a:prstGeom>
        </p:spPr>
      </p:pic>
      <p:pic>
        <p:nvPicPr>
          <p:cNvPr id="27" name="Current source frame/ribbon/eye-icon assembly separated serially with builtin imagegen on magenta, explicit output imported and inspected whole-object region process-sheet. Despill removes magenta contamination from neutral shadow. Ordinary mode label and photo content removed."/>
          <p:cNvPicPr/>
          <p:nvPr/>
        </p:nvPicPr>
        <p:blipFill>
          <a:blip r:embed="rId8"/>
          <a:stretch>
            <a:fillRect/>
          </a:stretch>
        </p:blipFill>
        <p:spPr>
          <a:xfrm>
            <a:off x="6241607" y="1880302"/>
            <a:ext cx="5742937" cy="3767892"/>
          </a:xfrm>
          <a:prstGeom prst="rect">
            <a:avLst/>
          </a:prstGeom>
        </p:spPr>
      </p:pic>
      <p:pic>
        <p:nvPicPr>
          <p:cNvPr id="28" name="Verified exact same CPIPC interlocked mark and footer wordmark identity as current source. Reused prior builtin-imagegen separated asset, imported with honest actual producer and original job/hash evidence retained. Native box calibrated for alpha padding to visible source mark [48,844,113,74]. CPIPC and tiny Chinese wordmark remain brand identity."/>
          <p:cNvPicPr/>
          <p:nvPr/>
        </p:nvPicPr>
        <p:blipFill>
          <a:blip r:embed="rId9"/>
          <a:stretch>
            <a:fillRect/>
          </a:stretch>
        </p:blipFill>
        <p:spPr>
          <a:xfrm>
            <a:off x="280030" y="6100049"/>
            <a:ext cx="969303" cy="670495"/>
          </a:xfrm>
          <a:prstGeom prst="rect">
            <a:avLst/>
          </a:prstGeom>
        </p:spPr>
      </p:pic>
      <p:sp>
        <p:nvSpPr>
          <p:cNvPr id="29" name="TextBox 29"/>
          <p:cNvSpPr txBox="1"/>
          <p:nvPr/>
        </p:nvSpPr>
        <p:spPr>
          <a:xfrm>
            <a:off x="177999" y="233216"/>
            <a:ext cx="2587237" cy="59761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3770" b="1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rPr>
              <a:t>核心技术一</a:t>
            </a:r>
            <a:endParaRPr lang="zh-CN" sz="3770"/>
          </a:p>
        </p:txBody>
      </p:sp>
      <p:sp>
        <p:nvSpPr>
          <p:cNvPr id="30" name="TextBox 30"/>
          <p:cNvSpPr txBox="1"/>
          <p:nvPr/>
        </p:nvSpPr>
        <p:spPr>
          <a:xfrm>
            <a:off x="3596067" y="1115063"/>
            <a:ext cx="5130746" cy="63405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3900" b="1">
                <a:solidFill>
                  <a:srgbClr val="00357C"/>
                </a:solidFill>
                <a:latin typeface="Noto Sans CJK SC"/>
                <a:ea typeface="Noto Sans CJK SC"/>
                <a:cs typeface="Noto Sans CJK SC"/>
              </a:rPr>
              <a:t>多</a:t>
            </a:r>
            <a:r>
              <a:rPr lang="zh-CN" sz="3900" b="1">
                <a:solidFill>
                  <a:srgbClr val="004889"/>
                </a:solidFill>
                <a:latin typeface="Noto Sans CJK SC"/>
                <a:ea typeface="Noto Sans CJK SC"/>
                <a:cs typeface="Noto Sans CJK SC"/>
              </a:rPr>
              <a:t>模</a:t>
            </a:r>
            <a:r>
              <a:rPr lang="zh-CN" sz="3900" b="1">
                <a:solidFill>
                  <a:srgbClr val="005793"/>
                </a:solidFill>
                <a:latin typeface="Noto Sans CJK SC"/>
                <a:ea typeface="Noto Sans CJK SC"/>
                <a:cs typeface="Noto Sans CJK SC"/>
              </a:rPr>
              <a:t>态</a:t>
            </a:r>
            <a:r>
              <a:rPr lang="zh-CN" sz="3900" b="1">
                <a:solidFill>
                  <a:srgbClr val="0C7698"/>
                </a:solidFill>
                <a:latin typeface="Noto Sans CJK SC"/>
                <a:ea typeface="Noto Sans CJK SC"/>
                <a:cs typeface="Noto Sans CJK SC"/>
              </a:rPr>
              <a:t>自</a:t>
            </a:r>
            <a:r>
              <a:rPr lang="zh-CN" sz="3900" b="1">
                <a:solidFill>
                  <a:srgbClr val="0A8399"/>
                </a:solidFill>
                <a:latin typeface="Noto Sans CJK SC"/>
                <a:ea typeface="Noto Sans CJK SC"/>
                <a:cs typeface="Noto Sans CJK SC"/>
              </a:rPr>
              <a:t>适</a:t>
            </a:r>
            <a:r>
              <a:rPr lang="zh-CN" sz="3900" b="1">
                <a:solidFill>
                  <a:srgbClr val="0A8E98"/>
                </a:solidFill>
                <a:latin typeface="Noto Sans CJK SC"/>
                <a:ea typeface="Noto Sans CJK SC"/>
                <a:cs typeface="Noto Sans CJK SC"/>
              </a:rPr>
              <a:t>应</a:t>
            </a:r>
            <a:r>
              <a:rPr lang="zh-CN" sz="3900" b="1">
                <a:solidFill>
                  <a:srgbClr val="079794"/>
                </a:solidFill>
                <a:latin typeface="Noto Sans CJK SC"/>
                <a:ea typeface="Noto Sans CJK SC"/>
                <a:cs typeface="Noto Sans CJK SC"/>
              </a:rPr>
              <a:t>围</a:t>
            </a:r>
            <a:r>
              <a:rPr lang="zh-CN" sz="3900" b="1">
                <a:solidFill>
                  <a:srgbClr val="039D91"/>
                </a:solidFill>
                <a:latin typeface="Noto Sans CJK SC"/>
                <a:ea typeface="Noto Sans CJK SC"/>
                <a:cs typeface="Noto Sans CJK SC"/>
              </a:rPr>
              <a:t>栏</a:t>
            </a:r>
            <a:r>
              <a:rPr lang="zh-CN" sz="3900" b="1">
                <a:solidFill>
                  <a:srgbClr val="039C8B"/>
                </a:solidFill>
                <a:latin typeface="Noto Sans CJK SC"/>
                <a:ea typeface="Noto Sans CJK SC"/>
                <a:cs typeface="Noto Sans CJK SC"/>
              </a:rPr>
              <a:t>导</a:t>
            </a:r>
            <a:r>
              <a:rPr lang="zh-CN" sz="3900" b="1">
                <a:solidFill>
                  <a:srgbClr val="039B8A"/>
                </a:solidFill>
                <a:latin typeface="Noto Sans CJK SC"/>
                <a:ea typeface="Noto Sans CJK SC"/>
                <a:cs typeface="Noto Sans CJK SC"/>
              </a:rPr>
              <a:t>航</a:t>
            </a:r>
            <a:endParaRPr lang="zh-CN" sz="3900"/>
          </a:p>
        </p:txBody>
      </p:sp>
      <p:sp>
        <p:nvSpPr>
          <p:cNvPr id="31" name="TextBox 31"/>
          <p:cNvSpPr txBox="1"/>
          <p:nvPr/>
        </p:nvSpPr>
        <p:spPr>
          <a:xfrm>
            <a:off x="2036436" y="4817362"/>
            <a:ext cx="1821998" cy="53202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22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激光模式</a:t>
            </a:r>
            <a:endParaRPr lang="zh-CN" sz="2220"/>
          </a:p>
        </p:txBody>
      </p:sp>
      <p:sp>
        <p:nvSpPr>
          <p:cNvPr id="32" name="TextBox 32"/>
          <p:cNvSpPr txBox="1"/>
          <p:nvPr/>
        </p:nvSpPr>
        <p:spPr>
          <a:xfrm>
            <a:off x="8114621" y="4817362"/>
            <a:ext cx="1821998" cy="53202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22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视觉模式</a:t>
            </a:r>
            <a:endParaRPr lang="zh-CN" sz="2220"/>
          </a:p>
        </p:txBody>
      </p:sp>
      <p:sp>
        <p:nvSpPr>
          <p:cNvPr id="33" name="TextBox 33"/>
          <p:cNvSpPr txBox="1"/>
          <p:nvPr/>
        </p:nvSpPr>
        <p:spPr>
          <a:xfrm>
            <a:off x="3486747" y="5662769"/>
            <a:ext cx="5225490" cy="34253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650">
                <a:solidFill>
                  <a:srgbClr val="3A4850"/>
                </a:solidFill>
                <a:latin typeface="Noto Sans CJK SC"/>
                <a:ea typeface="Noto Sans CJK SC"/>
                <a:cs typeface="Noto Sans CJK SC"/>
              </a:rPr>
              <a:t>搭载激光与视觉双模式自适应切换机制，无需预先建图</a:t>
            </a:r>
            <a:endParaRPr lang="zh-CN" sz="1650"/>
          </a:p>
        </p:txBody>
      </p:sp>
      <p:sp>
        <p:nvSpPr>
          <p:cNvPr id="34" name="TextBox 34"/>
          <p:cNvSpPr txBox="1"/>
          <p:nvPr/>
        </p:nvSpPr>
        <p:spPr>
          <a:xfrm>
            <a:off x="3494035" y="3002652"/>
            <a:ext cx="655919" cy="21135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980" b="1">
                <a:solidFill>
                  <a:srgbClr val="E91915"/>
                </a:solidFill>
                <a:latin typeface="Liberation Serif"/>
                <a:ea typeface="Liberation Serif"/>
                <a:cs typeface="Liberation Serif"/>
              </a:rPr>
              <a:t>Fence line</a:t>
            </a:r>
            <a:endParaRPr lang="zh-CN" sz="980"/>
          </a:p>
        </p:txBody>
      </p:sp>
      <p:sp>
        <p:nvSpPr>
          <p:cNvPr id="35" name="TextBox 35"/>
          <p:cNvSpPr txBox="1"/>
          <p:nvPr/>
        </p:nvSpPr>
        <p:spPr>
          <a:xfrm>
            <a:off x="3945890" y="3483660"/>
            <a:ext cx="634055" cy="21864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950" b="1">
                <a:solidFill>
                  <a:srgbClr val="E91915"/>
                </a:solidFill>
                <a:latin typeface="Liberation Serif"/>
                <a:ea typeface="Liberation Serif"/>
                <a:cs typeface="Liberation Serif"/>
              </a:rPr>
              <a:t>Local path</a:t>
            </a:r>
            <a:endParaRPr lang="zh-CN" sz="950"/>
          </a:p>
        </p:txBody>
      </p:sp>
      <p:sp>
        <p:nvSpPr>
          <p:cNvPr id="36" name="TextBox 36"/>
          <p:cNvSpPr txBox="1"/>
          <p:nvPr/>
        </p:nvSpPr>
        <p:spPr>
          <a:xfrm>
            <a:off x="2765235" y="3520100"/>
            <a:ext cx="626767" cy="21864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000" b="1">
                <a:solidFill>
                  <a:srgbClr val="E91915"/>
                </a:solidFill>
                <a:latin typeface="Liberation Serif"/>
                <a:ea typeface="Liberation Serif"/>
                <a:cs typeface="Liberation Serif"/>
              </a:rPr>
              <a:t>Sandstorm</a:t>
            </a:r>
            <a:endParaRPr lang="zh-CN" sz="1000"/>
          </a:p>
        </p:txBody>
      </p:sp>
      <p:sp>
        <p:nvSpPr>
          <p:cNvPr id="37" name="TextBox 37"/>
          <p:cNvSpPr txBox="1"/>
          <p:nvPr/>
        </p:nvSpPr>
        <p:spPr>
          <a:xfrm>
            <a:off x="4732993" y="3716876"/>
            <a:ext cx="561175" cy="21135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890" b="1">
                <a:solidFill>
                  <a:srgbClr val="E91915"/>
                </a:solidFill>
                <a:latin typeface="Liberation Serif"/>
                <a:ea typeface="Liberation Serif"/>
                <a:cs typeface="Liberation Serif"/>
              </a:rPr>
              <a:t>Direction</a:t>
            </a:r>
            <a:endParaRPr lang="zh-CN" sz="89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ame source blue/cyan header/footer silhouettes, peach edge, digital pattern and faint engineering linework. No ordinary source foreground retained.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86"/>
            <a:ext cx="12191695" cy="6857829"/>
          </a:xfrm>
          <a:prstGeom prst="rect">
            <a:avLst/>
          </a:prstGeom>
        </p:spPr>
      </p:pic>
      <p:sp>
        <p:nvSpPr>
          <p:cNvPr id="3" name="Roundrect 3"/>
          <p:cNvSpPr/>
          <p:nvPr/>
        </p:nvSpPr>
        <p:spPr>
          <a:xfrm>
            <a:off x="409565" y="1600246"/>
            <a:ext cx="5657709" cy="3333667"/>
          </a:xfrm>
          <a:prstGeom prst="roundRect">
            <a:avLst>
              <a:gd name="adj" fmla="val 3714"/>
            </a:avLst>
          </a:prstGeom>
          <a:solidFill>
            <a:srgbClr val="F4FBFE"/>
          </a:solidFill>
          <a:ln w="7620">
            <a:solidFill>
              <a:srgbClr val="8DD7FC"/>
            </a:solidFill>
          </a:ln>
        </p:spPr>
        <p:txBody>
          <a:bodyPr/>
          <a:lstStyle/>
          <a:p/>
        </p:txBody>
      </p:sp>
      <p:sp>
        <p:nvSpPr>
          <p:cNvPr id="4" name="Roundrect 4"/>
          <p:cNvSpPr/>
          <p:nvPr/>
        </p:nvSpPr>
        <p:spPr>
          <a:xfrm>
            <a:off x="6276818" y="1600246"/>
            <a:ext cx="5533887" cy="3333667"/>
          </a:xfrm>
          <a:prstGeom prst="roundRect">
            <a:avLst>
              <a:gd name="adj" fmla="val 3714"/>
            </a:avLst>
          </a:prstGeom>
          <a:solidFill>
            <a:srgbClr val="F4FBFE"/>
          </a:solidFill>
          <a:ln w="7620">
            <a:solidFill>
              <a:srgbClr val="8DD7FC"/>
            </a:solidFill>
          </a:ln>
        </p:spPr>
        <p:txBody>
          <a:bodyPr/>
          <a:lstStyle/>
          <a:p/>
        </p:txBody>
      </p:sp>
      <p:sp>
        <p:nvSpPr>
          <p:cNvPr id="5" name="Roundrect 5"/>
          <p:cNvSpPr/>
          <p:nvPr/>
        </p:nvSpPr>
        <p:spPr>
          <a:xfrm>
            <a:off x="561961" y="2086009"/>
            <a:ext cx="5333867" cy="2714557"/>
          </a:xfrm>
          <a:prstGeom prst="roundRect">
            <a:avLst>
              <a:gd name="adj" fmla="val 4912"/>
            </a:avLst>
          </a:prstGeom>
          <a:solidFill>
            <a:srgbClr val="F7FCFF"/>
          </a:solidFill>
          <a:ln w="1016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6" name="Ellipse 6"/>
          <p:cNvSpPr/>
          <p:nvPr/>
        </p:nvSpPr>
        <p:spPr>
          <a:xfrm>
            <a:off x="1028674" y="3933812"/>
            <a:ext cx="4324242" cy="657209"/>
          </a:xfrm>
          <a:prstGeom prst="ellipse">
            <a:avLst/>
          </a:prstGeom>
          <a:solidFill>
            <a:srgbClr val="E9F8FF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Path 7"/>
          <p:cNvSpPr/>
          <p:nvPr/>
        </p:nvSpPr>
        <p:spPr>
          <a:xfrm>
            <a:off x="561961" y="2305078"/>
            <a:ext cx="5705332" cy="1762081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0" y="11676"/>
                </a:moveTo>
                <a:cubicBezTo>
                  <a:pt x="3029" y="1518"/>
                  <a:pt x="15506" y="0"/>
                  <a:pt x="19653" y="10041"/>
                </a:cubicBezTo>
                <a:cubicBezTo>
                  <a:pt x="21600" y="16229"/>
                  <a:pt x="16407" y="21600"/>
                  <a:pt x="12477" y="21133"/>
                </a:cubicBezTo>
              </a:path>
            </a:pathLst>
          </a:custGeom>
          <a:noFill/>
          <a:ln w="29209">
            <a:solidFill>
              <a:srgbClr val="E5F6FF"/>
            </a:solidFill>
            <a:prstDash val="solid"/>
            <a:headEnd type="none"/>
            <a:tailEnd type="none"/>
          </a:ln>
        </p:spPr>
        <p:txBody>
          <a:bodyPr/>
          <a:lstStyle/>
          <a:p/>
        </p:txBody>
      </p:sp>
      <p:sp>
        <p:nvSpPr>
          <p:cNvPr id="8" name="Path 8"/>
          <p:cNvSpPr/>
          <p:nvPr/>
        </p:nvSpPr>
        <p:spPr>
          <a:xfrm>
            <a:off x="571486" y="3714743"/>
            <a:ext cx="5095748" cy="685783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0" y="0"/>
                </a:moveTo>
                <a:cubicBezTo>
                  <a:pt x="2947" y="21600"/>
                  <a:pt x="16392" y="21300"/>
                  <a:pt x="21600" y="1500"/>
                </a:cubicBezTo>
              </a:path>
            </a:pathLst>
          </a:custGeom>
          <a:noFill/>
          <a:ln w="31750">
            <a:solidFill>
              <a:srgbClr val="E5F6FF"/>
            </a:solidFill>
            <a:prstDash val="solid"/>
            <a:headEnd type="none"/>
            <a:tailEnd type="none"/>
          </a:ln>
        </p:spPr>
        <p:txBody>
          <a:bodyPr/>
          <a:lstStyle/>
          <a:p/>
        </p:txBody>
      </p:sp>
      <p:sp>
        <p:nvSpPr>
          <p:cNvPr id="9" name="Ellipse 9"/>
          <p:cNvSpPr/>
          <p:nvPr/>
        </p:nvSpPr>
        <p:spPr>
          <a:xfrm>
            <a:off x="1866853" y="4095733"/>
            <a:ext cx="2019250" cy="400040"/>
          </a:xfrm>
          <a:prstGeom prst="ellipse">
            <a:avLst/>
          </a:prstGeom>
          <a:solidFill>
            <a:srgbClr val="DAF1FB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Ellipse 10"/>
          <p:cNvSpPr/>
          <p:nvPr/>
        </p:nvSpPr>
        <p:spPr>
          <a:xfrm>
            <a:off x="771506" y="4381476"/>
            <a:ext cx="733407" cy="295268"/>
          </a:xfrm>
          <a:prstGeom prst="ellipse">
            <a:avLst/>
          </a:prstGeom>
          <a:solidFill>
            <a:srgbClr val="CCEDFB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Ellipse 11"/>
          <p:cNvSpPr/>
          <p:nvPr/>
        </p:nvSpPr>
        <p:spPr>
          <a:xfrm>
            <a:off x="4295668" y="4276704"/>
            <a:ext cx="1304892" cy="495288"/>
          </a:xfrm>
          <a:prstGeom prst="ellipse">
            <a:avLst/>
          </a:prstGeom>
          <a:solidFill>
            <a:srgbClr val="DEF4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Ellipse 12"/>
          <p:cNvSpPr/>
          <p:nvPr/>
        </p:nvSpPr>
        <p:spPr>
          <a:xfrm>
            <a:off x="4543311" y="4410050"/>
            <a:ext cx="752456" cy="285743"/>
          </a:xfrm>
          <a:prstGeom prst="ellipse">
            <a:avLst/>
          </a:prstGeom>
          <a:solidFill>
            <a:srgbClr val="C8EAFB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Line 13"/>
          <p:cNvSpPr/>
          <p:nvPr/>
        </p:nvSpPr>
        <p:spPr>
          <a:xfrm>
            <a:off x="1066773" y="1209730"/>
            <a:ext cx="1695408" cy="0"/>
          </a:xfrm>
          <a:prstGeom prst="line">
            <a:avLst/>
          </a:prstGeom>
          <a:noFill/>
          <a:ln w="7620">
            <a:solidFill>
              <a:srgbClr val="81BFFF"/>
            </a:solidFill>
            <a:prstDash val="solid"/>
            <a:headEnd type="none"/>
            <a:tailEnd type="none"/>
          </a:ln>
        </p:spPr>
        <p:txBody>
          <a:bodyPr/>
          <a:lstStyle/>
          <a:p/>
        </p:txBody>
      </p:sp>
      <p:sp>
        <p:nvSpPr>
          <p:cNvPr id="14" name="Line 14"/>
          <p:cNvSpPr/>
          <p:nvPr/>
        </p:nvSpPr>
        <p:spPr>
          <a:xfrm>
            <a:off x="9429514" y="1209730"/>
            <a:ext cx="1714457" cy="0"/>
          </a:xfrm>
          <a:prstGeom prst="line">
            <a:avLst/>
          </a:prstGeom>
          <a:noFill/>
          <a:ln w="7620">
            <a:solidFill>
              <a:srgbClr val="81BFFF"/>
            </a:solidFill>
            <a:prstDash val="solid"/>
            <a:headEnd type="none"/>
            <a:tailEnd type="none"/>
          </a:ln>
        </p:spPr>
        <p:txBody>
          <a:bodyPr/>
          <a:lstStyle/>
          <a:p/>
        </p:txBody>
      </p:sp>
      <p:sp>
        <p:nvSpPr>
          <p:cNvPr id="15" name="Ellipse 15"/>
          <p:cNvSpPr/>
          <p:nvPr/>
        </p:nvSpPr>
        <p:spPr>
          <a:xfrm>
            <a:off x="2752656" y="1162107"/>
            <a:ext cx="95248" cy="95248"/>
          </a:xfrm>
          <a:prstGeom prst="ellipse">
            <a:avLst/>
          </a:prstGeom>
          <a:solidFill>
            <a:srgbClr val="FFFFFF"/>
          </a:solidFill>
          <a:ln w="21590">
            <a:solidFill>
              <a:srgbClr val="0677F3"/>
            </a:solidFill>
            <a:prstDash val="solid"/>
          </a:ln>
        </p:spPr>
        <p:txBody>
          <a:bodyPr/>
          <a:lstStyle/>
          <a:p/>
        </p:txBody>
      </p:sp>
      <p:sp>
        <p:nvSpPr>
          <p:cNvPr id="16" name="Ellipse 16"/>
          <p:cNvSpPr/>
          <p:nvPr/>
        </p:nvSpPr>
        <p:spPr>
          <a:xfrm>
            <a:off x="9334267" y="1162107"/>
            <a:ext cx="95248" cy="95248"/>
          </a:xfrm>
          <a:prstGeom prst="ellipse">
            <a:avLst/>
          </a:prstGeom>
          <a:solidFill>
            <a:srgbClr val="FFFFFF"/>
          </a:solidFill>
          <a:ln w="21590">
            <a:solidFill>
              <a:srgbClr val="0677F3"/>
            </a:solidFill>
            <a:prstDash val="solid"/>
          </a:ln>
        </p:spPr>
        <p:txBody>
          <a:bodyPr/>
          <a:lstStyle/>
          <a:p/>
        </p:txBody>
      </p:sp>
      <p:sp>
        <p:nvSpPr>
          <p:cNvPr id="17" name="Freeform 17"/>
          <p:cNvSpPr/>
          <p:nvPr/>
        </p:nvSpPr>
        <p:spPr>
          <a:xfrm>
            <a:off x="857229" y="2409850"/>
            <a:ext cx="1562061" cy="221927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1600" y="0"/>
                </a:moveTo>
                <a:lnTo>
                  <a:pt x="0" y="14091"/>
                </a:lnTo>
                <a:lnTo>
                  <a:pt x="7507" y="16038"/>
                </a:lnTo>
                <a:lnTo>
                  <a:pt x="7507" y="21600"/>
                </a:lnTo>
                <a:close/>
              </a:path>
            </a:pathLst>
          </a:custGeom>
          <a:solidFill>
            <a:srgbClr val="E9FAFD"/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Freeform 18"/>
          <p:cNvSpPr/>
          <p:nvPr/>
        </p:nvSpPr>
        <p:spPr>
          <a:xfrm>
            <a:off x="3181270" y="2447950"/>
            <a:ext cx="2076398" cy="219069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13336"/>
                </a:lnTo>
                <a:lnTo>
                  <a:pt x="16051" y="15871"/>
                </a:lnTo>
                <a:lnTo>
                  <a:pt x="16051" y="21600"/>
                </a:lnTo>
                <a:close/>
              </a:path>
            </a:pathLst>
          </a:custGeom>
          <a:solidFill>
            <a:srgbClr val="E9ED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Path 19"/>
          <p:cNvSpPr/>
          <p:nvPr/>
        </p:nvSpPr>
        <p:spPr>
          <a:xfrm>
            <a:off x="857229" y="2409850"/>
            <a:ext cx="1562061" cy="2219270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0" y="14091"/>
                </a:moveTo>
                <a:lnTo>
                  <a:pt x="21600" y="0"/>
                </a:lnTo>
                <a:lnTo>
                  <a:pt x="7507" y="21600"/>
                </a:lnTo>
              </a:path>
            </a:pathLst>
          </a:custGeom>
          <a:noFill/>
          <a:ln w="8890">
            <a:solidFill>
              <a:srgbClr val="A2ECF6"/>
            </a:solidFill>
            <a:prstDash val="solid"/>
            <a:headEnd type="none"/>
            <a:tailEnd type="none"/>
          </a:ln>
        </p:spPr>
        <p:txBody>
          <a:bodyPr/>
          <a:lstStyle/>
          <a:p/>
        </p:txBody>
      </p:sp>
      <p:sp>
        <p:nvSpPr>
          <p:cNvPr id="20" name="Path 20"/>
          <p:cNvSpPr/>
          <p:nvPr/>
        </p:nvSpPr>
        <p:spPr>
          <a:xfrm>
            <a:off x="3181270" y="2447950"/>
            <a:ext cx="2076398" cy="2190695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21600" y="13336"/>
                </a:moveTo>
                <a:lnTo>
                  <a:pt x="0" y="0"/>
                </a:lnTo>
                <a:lnTo>
                  <a:pt x="16051" y="21600"/>
                </a:lnTo>
              </a:path>
            </a:pathLst>
          </a:custGeom>
          <a:noFill/>
          <a:ln w="8890">
            <a:solidFill>
              <a:srgbClr val="8DA2FF"/>
            </a:solidFill>
            <a:prstDash val="solid"/>
            <a:headEnd type="none"/>
            <a:tailEnd type="none"/>
          </a:ln>
        </p:spPr>
        <p:txBody>
          <a:bodyPr/>
          <a:lstStyle/>
          <a:p/>
        </p:txBody>
      </p:sp>
      <p:sp>
        <p:nvSpPr>
          <p:cNvPr id="21" name="Line 21"/>
          <p:cNvSpPr/>
          <p:nvPr/>
        </p:nvSpPr>
        <p:spPr>
          <a:xfrm>
            <a:off x="3181270" y="2447950"/>
            <a:ext cx="1543011" cy="1609685"/>
          </a:xfrm>
          <a:prstGeom prst="line">
            <a:avLst/>
          </a:prstGeom>
          <a:noFill/>
          <a:ln w="8890">
            <a:solidFill>
              <a:srgbClr val="B4C1FD"/>
            </a:solidFill>
            <a:prstDash val="solid"/>
            <a:headEnd type="none"/>
            <a:tailEnd type="none"/>
          </a:ln>
        </p:spPr>
        <p:txBody>
          <a:bodyPr/>
          <a:lstStyle/>
          <a:p/>
        </p:txBody>
      </p:sp>
      <p:sp>
        <p:nvSpPr>
          <p:cNvPr id="22" name="Rect 22"/>
          <p:cNvSpPr/>
          <p:nvPr/>
        </p:nvSpPr>
        <p:spPr>
          <a:xfrm>
            <a:off x="11343991" y="5267279"/>
            <a:ext cx="495288" cy="247644"/>
          </a:xfrm>
          <a:prstGeom prst="rect">
            <a:avLst/>
          </a:prstGeom>
          <a:solidFill>
            <a:srgbClr val="F3FB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3" name="Path 23"/>
          <p:cNvSpPr/>
          <p:nvPr/>
        </p:nvSpPr>
        <p:spPr>
          <a:xfrm>
            <a:off x="5552936" y="1600246"/>
            <a:ext cx="495288" cy="409565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0" y="0"/>
                </a:moveTo>
                <a:lnTo>
                  <a:pt x="17446" y="0"/>
                </a:lnTo>
                <a:lnTo>
                  <a:pt x="21600" y="4521"/>
                </a:lnTo>
                <a:lnTo>
                  <a:pt x="21600" y="21600"/>
                </a:lnTo>
              </a:path>
            </a:pathLst>
          </a:custGeom>
          <a:noFill/>
          <a:ln w="10160">
            <a:solidFill>
              <a:srgbClr val="0597EE"/>
            </a:solidFill>
            <a:prstDash val="solid"/>
            <a:headEnd type="none"/>
            <a:tailEnd type="none"/>
          </a:ln>
        </p:spPr>
        <p:txBody>
          <a:bodyPr/>
          <a:lstStyle/>
          <a:p/>
        </p:txBody>
      </p:sp>
      <p:sp>
        <p:nvSpPr>
          <p:cNvPr id="24" name="Path 24"/>
          <p:cNvSpPr/>
          <p:nvPr/>
        </p:nvSpPr>
        <p:spPr>
          <a:xfrm>
            <a:off x="5610085" y="1638345"/>
            <a:ext cx="390515" cy="400040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0" y="0"/>
                </a:moveTo>
                <a:lnTo>
                  <a:pt x="17385" y="0"/>
                </a:lnTo>
                <a:lnTo>
                  <a:pt x="21600" y="4114"/>
                </a:lnTo>
                <a:lnTo>
                  <a:pt x="21600" y="21600"/>
                </a:lnTo>
              </a:path>
            </a:pathLst>
          </a:custGeom>
          <a:noFill/>
          <a:ln w="8255">
            <a:solidFill>
              <a:srgbClr val="65CDF9"/>
            </a:solidFill>
            <a:prstDash val="solid"/>
            <a:headEnd type="none"/>
            <a:tailEnd type="none"/>
          </a:ln>
        </p:spPr>
        <p:txBody>
          <a:bodyPr/>
          <a:lstStyle/>
          <a:p/>
        </p:txBody>
      </p:sp>
      <p:sp>
        <p:nvSpPr>
          <p:cNvPr id="25" name="Path 25"/>
          <p:cNvSpPr/>
          <p:nvPr/>
        </p:nvSpPr>
        <p:spPr>
          <a:xfrm>
            <a:off x="495288" y="4724368"/>
            <a:ext cx="200020" cy="171446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0" y="0"/>
                </a:moveTo>
                <a:lnTo>
                  <a:pt x="0" y="12000"/>
                </a:lnTo>
                <a:lnTo>
                  <a:pt x="8229" y="21600"/>
                </a:lnTo>
                <a:lnTo>
                  <a:pt x="21600" y="21600"/>
                </a:lnTo>
              </a:path>
            </a:pathLst>
          </a:custGeom>
          <a:noFill/>
          <a:ln w="8890">
            <a:solidFill>
              <a:srgbClr val="85DCFF"/>
            </a:solidFill>
            <a:prstDash val="solid"/>
            <a:headEnd type="none"/>
            <a:tailEnd type="none"/>
          </a:ln>
        </p:spPr>
        <p:txBody>
          <a:bodyPr/>
          <a:lstStyle/>
          <a:p/>
        </p:txBody>
      </p:sp>
      <p:sp>
        <p:nvSpPr>
          <p:cNvPr id="26" name="Path 26"/>
          <p:cNvSpPr/>
          <p:nvPr/>
        </p:nvSpPr>
        <p:spPr>
          <a:xfrm>
            <a:off x="11296368" y="1600246"/>
            <a:ext cx="495288" cy="409565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0" y="0"/>
                </a:moveTo>
                <a:lnTo>
                  <a:pt x="17446" y="0"/>
                </a:lnTo>
                <a:lnTo>
                  <a:pt x="21600" y="4521"/>
                </a:lnTo>
                <a:lnTo>
                  <a:pt x="21600" y="21600"/>
                </a:lnTo>
              </a:path>
            </a:pathLst>
          </a:custGeom>
          <a:noFill/>
          <a:ln w="10160">
            <a:solidFill>
              <a:srgbClr val="0597EE"/>
            </a:solidFill>
            <a:prstDash val="solid"/>
            <a:headEnd type="none"/>
            <a:tailEnd type="none"/>
          </a:ln>
        </p:spPr>
        <p:txBody>
          <a:bodyPr/>
          <a:lstStyle/>
          <a:p/>
        </p:txBody>
      </p:sp>
      <p:sp>
        <p:nvSpPr>
          <p:cNvPr id="27" name="Path 27"/>
          <p:cNvSpPr/>
          <p:nvPr/>
        </p:nvSpPr>
        <p:spPr>
          <a:xfrm>
            <a:off x="11353516" y="1638345"/>
            <a:ext cx="390515" cy="400040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0" y="0"/>
                </a:moveTo>
                <a:lnTo>
                  <a:pt x="17385" y="0"/>
                </a:lnTo>
                <a:lnTo>
                  <a:pt x="21600" y="4114"/>
                </a:lnTo>
                <a:lnTo>
                  <a:pt x="21600" y="21600"/>
                </a:lnTo>
              </a:path>
            </a:pathLst>
          </a:custGeom>
          <a:noFill/>
          <a:ln w="8255">
            <a:solidFill>
              <a:srgbClr val="65CDF9"/>
            </a:solidFill>
            <a:prstDash val="solid"/>
            <a:headEnd type="none"/>
            <a:tailEnd type="none"/>
          </a:ln>
        </p:spPr>
        <p:txBody>
          <a:bodyPr/>
          <a:lstStyle/>
          <a:p/>
        </p:txBody>
      </p:sp>
      <p:sp>
        <p:nvSpPr>
          <p:cNvPr id="28" name="Path 28"/>
          <p:cNvSpPr/>
          <p:nvPr/>
        </p:nvSpPr>
        <p:spPr>
          <a:xfrm>
            <a:off x="6343491" y="4724368"/>
            <a:ext cx="200020" cy="171446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0" y="0"/>
                </a:moveTo>
                <a:lnTo>
                  <a:pt x="0" y="12000"/>
                </a:lnTo>
                <a:lnTo>
                  <a:pt x="8229" y="21600"/>
                </a:lnTo>
                <a:lnTo>
                  <a:pt x="21600" y="21600"/>
                </a:lnTo>
              </a:path>
            </a:pathLst>
          </a:custGeom>
          <a:noFill/>
          <a:ln w="8890">
            <a:solidFill>
              <a:srgbClr val="85DCFF"/>
            </a:solidFill>
            <a:prstDash val="solid"/>
            <a:headEnd type="none"/>
            <a:tailEnd type="none"/>
          </a:ln>
        </p:spPr>
        <p:txBody>
          <a:bodyPr/>
          <a:lstStyle/>
          <a:p/>
        </p:txBody>
      </p:sp>
      <p:pic>
        <p:nvPicPr>
          <p:cNvPr id="29" name="Original yellow robot, conical housing, mast, wheels, exposed mechanism. Red wheel annotation and ordinary structural connectors removed for native overlay."/>
          <p:cNvPicPr/>
          <p:nvPr/>
        </p:nvPicPr>
        <p:blipFill>
          <a:blip r:embed="rId3"/>
          <a:stretch>
            <a:fillRect/>
          </a:stretch>
        </p:blipFill>
        <p:spPr>
          <a:xfrm>
            <a:off x="1872903" y="1988924"/>
            <a:ext cx="1978577" cy="2584885"/>
          </a:xfrm>
          <a:prstGeom prst="rect">
            <a:avLst/>
          </a:prstGeom>
        </p:spPr>
      </p:pic>
      <p:pic>
        <p:nvPicPr>
          <p:cNvPr id="30" name="Original left black camera2 device; ordinary label excluded."/>
          <p:cNvPicPr/>
          <p:nvPr/>
        </p:nvPicPr>
        <p:blipFill>
          <a:blip r:embed="rId4"/>
          <a:stretch>
            <a:fillRect/>
          </a:stretch>
        </p:blipFill>
        <p:spPr>
          <a:xfrm>
            <a:off x="1369521" y="2083502"/>
            <a:ext cx="604150" cy="576499"/>
          </a:xfrm>
          <a:prstGeom prst="rect">
            <a:avLst/>
          </a:prstGeom>
        </p:spPr>
      </p:pic>
      <p:pic>
        <p:nvPicPr>
          <p:cNvPr id="31" name="Original right black camera1 device; ordinary label excluded."/>
          <p:cNvPicPr/>
          <p:nvPr/>
        </p:nvPicPr>
        <p:blipFill>
          <a:blip r:embed="rId5"/>
          <a:stretch>
            <a:fillRect/>
          </a:stretch>
        </p:blipFill>
        <p:spPr>
          <a:xfrm>
            <a:off x="4062853" y="2082109"/>
            <a:ext cx="608500" cy="579285"/>
          </a:xfrm>
          <a:prstGeom prst="rect">
            <a:avLst/>
          </a:prstGeom>
        </p:spPr>
      </p:pic>
      <p:pic>
        <p:nvPicPr>
          <p:cNvPr id="32" name="Original framed electrode closeup. Caption and leader excluded; hardware preserved."/>
          <p:cNvPicPr/>
          <p:nvPr/>
        </p:nvPicPr>
        <p:blipFill>
          <a:blip r:embed="rId6"/>
          <a:stretch>
            <a:fillRect/>
          </a:stretch>
        </p:blipFill>
        <p:spPr>
          <a:xfrm>
            <a:off x="4719842" y="2062307"/>
            <a:ext cx="1123277" cy="990354"/>
          </a:xfrm>
          <a:prstGeom prst="rect">
            <a:avLst/>
          </a:prstGeom>
        </p:spPr>
      </p:pic>
      <p:pic>
        <p:nvPicPr>
          <p:cNvPr id="33" name="Exact source left tilted AR fiducial board pattern and perspective preserved by image editing; no invented QR code or pixel reconstruction."/>
          <p:cNvPicPr/>
          <p:nvPr/>
        </p:nvPicPr>
        <p:blipFill>
          <a:blip r:embed="rId7"/>
          <a:stretch>
            <a:fillRect/>
          </a:stretch>
        </p:blipFill>
        <p:spPr>
          <a:xfrm>
            <a:off x="770635" y="3779156"/>
            <a:ext cx="716099" cy="928422"/>
          </a:xfrm>
          <a:prstGeom prst="rect">
            <a:avLst/>
          </a:prstGeom>
        </p:spPr>
      </p:pic>
      <p:pic>
        <p:nvPicPr>
          <p:cNvPr id="34" name="Exact source right tilted AR fiducial board pattern, blue frame and perspective preserved by image editing; no invented QR code."/>
          <p:cNvPicPr/>
          <p:nvPr/>
        </p:nvPicPr>
        <p:blipFill>
          <a:blip r:embed="rId8"/>
          <a:stretch>
            <a:fillRect/>
          </a:stretch>
        </p:blipFill>
        <p:spPr>
          <a:xfrm>
            <a:off x="4633913" y="3719352"/>
            <a:ext cx="714125" cy="990268"/>
          </a:xfrm>
          <a:prstGeom prst="rect">
            <a:avLst/>
          </a:prstGeom>
        </p:spPr>
      </p:pic>
      <p:pic>
        <p:nvPicPr>
          <p:cNvPr id="35" name="Original cowbarn charging photo. Yellow robot, charging station and printed AR sign retained as physically photographed identity. No ordinary slide/diagram text within photo."/>
          <p:cNvPicPr/>
          <p:nvPr/>
        </p:nvPicPr>
        <p:blipFill>
          <a:blip r:embed="rId9"/>
          <a:stretch>
            <a:fillRect/>
          </a:stretch>
        </p:blipFill>
        <p:spPr>
          <a:xfrm>
            <a:off x="6305566" y="1960477"/>
            <a:ext cx="5416992" cy="2965621"/>
          </a:xfrm>
          <a:prstGeom prst="rect">
            <a:avLst/>
          </a:prstGeom>
        </p:spPr>
      </p:pic>
      <p:pic>
        <p:nvPicPr>
          <p:cNvPr id="36" name="Blank source glossy blue-cyan slanted header ribbon; ordinary label and icon removed."/>
          <p:cNvPicPr/>
          <p:nvPr/>
        </p:nvPicPr>
        <p:blipFill>
          <a:blip r:embed="rId10"/>
          <a:stretch>
            <a:fillRect/>
          </a:stretch>
        </p:blipFill>
        <p:spPr>
          <a:xfrm>
            <a:off x="297479" y="1367011"/>
            <a:ext cx="3538788" cy="752212"/>
          </a:xfrm>
          <a:prstGeom prst="rect">
            <a:avLst/>
          </a:prstGeom>
        </p:spPr>
      </p:pic>
      <p:pic>
        <p:nvPicPr>
          <p:cNvPr id="37" name="Same original slanted header ribbon identity reused at source right header proportions; no ordinary text."/>
          <p:cNvPicPr/>
          <p:nvPr/>
        </p:nvPicPr>
        <p:blipFill>
          <a:blip r:embed="rId11"/>
          <a:stretch>
            <a:fillRect/>
          </a:stretch>
        </p:blipFill>
        <p:spPr>
          <a:xfrm>
            <a:off x="6184873" y="1367011"/>
            <a:ext cx="3088942" cy="752212"/>
          </a:xfrm>
          <a:prstGeom prst="rect">
            <a:avLst/>
          </a:prstGeom>
        </p:spPr>
      </p:pic>
      <p:pic>
        <p:nvPicPr>
          <p:cNvPr id="38" name="Original blank pale cyan claim ribbon with left/right chevrons; ordinary sentence fully removed."/>
          <p:cNvPicPr/>
          <p:nvPr/>
        </p:nvPicPr>
        <p:blipFill>
          <a:blip r:embed="rId15"/>
          <a:stretch>
            <a:fillRect/>
          </a:stretch>
        </p:blipFill>
        <p:spPr>
          <a:xfrm>
            <a:off x="1146675" y="4981843"/>
            <a:ext cx="10365058" cy="837565"/>
          </a:xfrm>
          <a:prstGeom prst="rect">
            <a:avLst/>
          </a:prstGeom>
        </p:spPr>
      </p:pic>
      <p:sp>
        <p:nvSpPr>
          <p:cNvPr id="39" name="Line 39"/>
          <p:cNvSpPr/>
          <p:nvPr/>
        </p:nvSpPr>
        <p:spPr>
          <a:xfrm>
            <a:off x="1971626" y="2409850"/>
            <a:ext cx="2095448" cy="0"/>
          </a:xfrm>
          <a:prstGeom prst="line">
            <a:avLst/>
          </a:prstGeom>
          <a:noFill/>
          <a:ln w="11430">
            <a:solidFill>
              <a:srgbClr val="111111"/>
            </a:solidFill>
            <a:prstDash val="dash"/>
            <a:headEnd type="triangle"/>
            <a:tailEnd type="triangle"/>
          </a:ln>
        </p:spPr>
        <p:txBody>
          <a:bodyPr/>
          <a:lstStyle/>
          <a:p/>
        </p:txBody>
      </p:sp>
      <p:sp>
        <p:nvSpPr>
          <p:cNvPr id="40" name="Line 40"/>
          <p:cNvSpPr/>
          <p:nvPr/>
        </p:nvSpPr>
        <p:spPr>
          <a:xfrm>
            <a:off x="2638359" y="2409850"/>
            <a:ext cx="0" cy="285743"/>
          </a:xfrm>
          <a:prstGeom prst="line">
            <a:avLst/>
          </a:prstGeom>
          <a:noFill/>
          <a:ln w="11430">
            <a:solidFill>
              <a:srgbClr val="111111"/>
            </a:solidFill>
            <a:prstDash val="dash"/>
            <a:headEnd type="none"/>
            <a:tailEnd type="none"/>
          </a:ln>
        </p:spPr>
        <p:txBody>
          <a:bodyPr/>
          <a:lstStyle/>
          <a:p/>
        </p:txBody>
      </p:sp>
      <p:sp>
        <p:nvSpPr>
          <p:cNvPr id="41" name="Path 41"/>
          <p:cNvSpPr/>
          <p:nvPr/>
        </p:nvSpPr>
        <p:spPr>
          <a:xfrm>
            <a:off x="3457489" y="2943237"/>
            <a:ext cx="1352516" cy="342891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0" y="21600"/>
                </a:moveTo>
                <a:cubicBezTo>
                  <a:pt x="5324" y="18600"/>
                  <a:pt x="13386" y="11400"/>
                  <a:pt x="15363" y="7800"/>
                </a:cubicBezTo>
                <a:cubicBezTo>
                  <a:pt x="14451" y="3000"/>
                  <a:pt x="19014" y="600"/>
                  <a:pt x="21600" y="0"/>
                </a:cubicBezTo>
              </a:path>
            </a:pathLst>
          </a:custGeom>
          <a:noFill/>
          <a:ln w="10160">
            <a:solidFill>
              <a:srgbClr val="111111"/>
            </a:solidFill>
            <a:prstDash val="solid"/>
            <a:headEnd type="none"/>
            <a:tailEnd type="none"/>
          </a:ln>
        </p:spPr>
        <p:txBody>
          <a:bodyPr/>
          <a:lstStyle/>
          <a:p/>
        </p:txBody>
      </p:sp>
      <p:sp>
        <p:nvSpPr>
          <p:cNvPr id="42" name="Ellipse 42"/>
          <p:cNvSpPr/>
          <p:nvPr/>
        </p:nvSpPr>
        <p:spPr>
          <a:xfrm>
            <a:off x="2905052" y="3724268"/>
            <a:ext cx="590535" cy="561961"/>
          </a:xfrm>
          <a:prstGeom prst="ellipse">
            <a:avLst/>
          </a:prstGeom>
          <a:noFill/>
          <a:ln w="17145">
            <a:solidFill>
              <a:srgbClr val="EF341D"/>
            </a:solidFill>
            <a:prstDash val="dot"/>
          </a:ln>
        </p:spPr>
        <p:txBody>
          <a:bodyPr/>
          <a:lstStyle/>
          <a:p/>
        </p:txBody>
      </p:sp>
      <p:sp>
        <p:nvSpPr>
          <p:cNvPr id="43" name="Line 43"/>
          <p:cNvSpPr/>
          <p:nvPr/>
        </p:nvSpPr>
        <p:spPr>
          <a:xfrm>
            <a:off x="3190795" y="4010010"/>
            <a:ext cx="0" cy="609585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  <a:headEnd type="none"/>
            <a:tailEnd type="triangle"/>
          </a:ln>
        </p:spPr>
        <p:txBody>
          <a:bodyPr/>
          <a:lstStyle/>
          <a:p/>
        </p:txBody>
      </p:sp>
      <p:pic>
        <p:nvPicPr>
          <p:cNvPr id="44" name="Original white source crosshair AR header pictogram."/>
          <p:cNvPicPr/>
          <p:nvPr/>
        </p:nvPicPr>
        <p:blipFill>
          <a:blip r:embed="rId12"/>
          <a:stretch>
            <a:fillRect/>
          </a:stretch>
        </p:blipFill>
        <p:spPr>
          <a:xfrm>
            <a:off x="582915" y="1563796"/>
            <a:ext cx="434329" cy="434840"/>
          </a:xfrm>
          <a:prstGeom prst="rect">
            <a:avLst/>
          </a:prstGeom>
        </p:spPr>
      </p:pic>
      <p:pic>
        <p:nvPicPr>
          <p:cNvPr id="45" name="Original white scalloped power/charging icon with blue bolt."/>
          <p:cNvPicPr/>
          <p:nvPr/>
        </p:nvPicPr>
        <p:blipFill>
          <a:blip r:embed="rId13"/>
          <a:stretch>
            <a:fillRect/>
          </a:stretch>
        </p:blipFill>
        <p:spPr>
          <a:xfrm>
            <a:off x="6528019" y="1573844"/>
            <a:ext cx="392925" cy="414745"/>
          </a:xfrm>
          <a:prstGeom prst="rect">
            <a:avLst/>
          </a:prstGeom>
        </p:spPr>
      </p:pic>
      <p:pic>
        <p:nvPicPr>
          <p:cNvPr id="46" name="Original glossy circular blue gear badge including rim and glow."/>
          <p:cNvPicPr/>
          <p:nvPr/>
        </p:nvPicPr>
        <p:blipFill>
          <a:blip r:embed="rId14"/>
          <a:stretch>
            <a:fillRect/>
          </a:stretch>
        </p:blipFill>
        <p:spPr>
          <a:xfrm>
            <a:off x="429833" y="5017116"/>
            <a:ext cx="930988" cy="839517"/>
          </a:xfrm>
          <a:prstGeom prst="rect">
            <a:avLst/>
          </a:prstGeom>
        </p:spPr>
      </p:pic>
      <p:pic>
        <p:nvPicPr>
          <p:cNvPr id="47" name="Same original CPIPC interlocking identity and 中国研究生创新实践系列大赛 footer wordmark. Identity text exception."/>
          <p:cNvPicPr/>
          <p:nvPr/>
        </p:nvPicPr>
        <p:blipFill>
          <a:blip r:embed="rId16"/>
          <a:stretch>
            <a:fillRect/>
          </a:stretch>
        </p:blipFill>
        <p:spPr>
          <a:xfrm>
            <a:off x="268903" y="6116388"/>
            <a:ext cx="890909" cy="606774"/>
          </a:xfrm>
          <a:prstGeom prst="rect">
            <a:avLst/>
          </a:prstGeom>
        </p:spPr>
      </p:pic>
      <p:pic>
        <p:nvPicPr>
          <p:cNvPr id="48" name="Same original blue competition footer brand with 力聚滨江·智汇未来 lettering. Existing brand identity text exception."/>
          <p:cNvPicPr/>
          <p:nvPr/>
        </p:nvPicPr>
        <p:blipFill>
          <a:blip r:embed="rId17"/>
          <a:stretch>
            <a:fillRect/>
          </a:stretch>
        </p:blipFill>
        <p:spPr>
          <a:xfrm>
            <a:off x="10197681" y="6084882"/>
            <a:ext cx="1721135" cy="650738"/>
          </a:xfrm>
          <a:prstGeom prst="rect">
            <a:avLst/>
          </a:prstGeom>
        </p:spPr>
      </p:pic>
      <p:sp>
        <p:nvSpPr>
          <p:cNvPr id="49" name="TextBox 49"/>
          <p:cNvSpPr txBox="1"/>
          <p:nvPr/>
        </p:nvSpPr>
        <p:spPr>
          <a:xfrm>
            <a:off x="228594" y="133432"/>
            <a:ext cx="2466913" cy="62863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3500" b="1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rPr>
              <a:t>核心技术二</a:t>
            </a:r>
            <a:endParaRPr lang="zh-CN" sz="3500"/>
          </a:p>
        </p:txBody>
      </p:sp>
      <p:sp>
        <p:nvSpPr>
          <p:cNvPr id="50" name="TextBox 50"/>
          <p:cNvSpPr txBox="1"/>
          <p:nvPr/>
        </p:nvSpPr>
        <p:spPr>
          <a:xfrm>
            <a:off x="3047924" y="952562"/>
            <a:ext cx="6143471" cy="46671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3000" b="1">
                <a:solidFill>
                  <a:srgbClr val="0050DB"/>
                </a:solidFill>
                <a:latin typeface="Noto Sans CJK SC"/>
                <a:ea typeface="Noto Sans CJK SC"/>
                <a:cs typeface="Noto Sans CJK SC"/>
              </a:rPr>
              <a:t>构建AR码视觉掉头与自主充电方法</a:t>
            </a:r>
            <a:endParaRPr lang="zh-CN" sz="3000"/>
          </a:p>
        </p:txBody>
      </p:sp>
      <p:sp>
        <p:nvSpPr>
          <p:cNvPr id="51" name="TextBox 51"/>
          <p:cNvSpPr txBox="1"/>
          <p:nvPr/>
        </p:nvSpPr>
        <p:spPr>
          <a:xfrm>
            <a:off x="1181070" y="1600246"/>
            <a:ext cx="2257369" cy="34289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8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AR码识别原理图</a:t>
            </a:r>
            <a:endParaRPr lang="zh-CN" sz="1850"/>
          </a:p>
        </p:txBody>
      </p:sp>
      <p:sp>
        <p:nvSpPr>
          <p:cNvPr id="52" name="TextBox 52"/>
          <p:cNvSpPr txBox="1"/>
          <p:nvPr/>
        </p:nvSpPr>
        <p:spPr>
          <a:xfrm>
            <a:off x="7105472" y="1600246"/>
            <a:ext cx="1523962" cy="34289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8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自主充电</a:t>
            </a:r>
            <a:endParaRPr lang="zh-CN" sz="1850"/>
          </a:p>
        </p:txBody>
      </p:sp>
      <p:sp>
        <p:nvSpPr>
          <p:cNvPr id="53" name="TextBox 53"/>
          <p:cNvSpPr txBox="1"/>
          <p:nvPr/>
        </p:nvSpPr>
        <p:spPr>
          <a:xfrm>
            <a:off x="1438239" y="2609870"/>
            <a:ext cx="600060" cy="18097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950" b="1">
                <a:solidFill>
                  <a:srgbClr val="111111"/>
                </a:solidFill>
                <a:latin typeface="Liberation Serif"/>
                <a:ea typeface="Liberation Serif"/>
                <a:cs typeface="Liberation Serif"/>
              </a:rPr>
              <a:t>camera2</a:t>
            </a:r>
            <a:endParaRPr lang="zh-CN" sz="950"/>
          </a:p>
        </p:txBody>
      </p:sp>
      <p:sp>
        <p:nvSpPr>
          <p:cNvPr id="54" name="TextBox 54"/>
          <p:cNvSpPr txBox="1"/>
          <p:nvPr/>
        </p:nvSpPr>
        <p:spPr>
          <a:xfrm>
            <a:off x="4133747" y="2609870"/>
            <a:ext cx="600060" cy="18097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950" b="1">
                <a:solidFill>
                  <a:srgbClr val="111111"/>
                </a:solidFill>
                <a:latin typeface="Liberation Serif"/>
                <a:ea typeface="Liberation Serif"/>
                <a:cs typeface="Liberation Serif"/>
              </a:rPr>
              <a:t>camera1</a:t>
            </a:r>
            <a:endParaRPr lang="zh-CN" sz="950"/>
          </a:p>
        </p:txBody>
      </p:sp>
      <p:sp>
        <p:nvSpPr>
          <p:cNvPr id="55" name="TextBox 55"/>
          <p:cNvSpPr txBox="1"/>
          <p:nvPr/>
        </p:nvSpPr>
        <p:spPr>
          <a:xfrm>
            <a:off x="5019550" y="2971811"/>
            <a:ext cx="723882" cy="20954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950" b="1">
                <a:solidFill>
                  <a:srgbClr val="111111"/>
                </a:solidFill>
                <a:latin typeface="Noto Serif CJK SC"/>
                <a:ea typeface="Noto Serif CJK SC"/>
                <a:cs typeface="Noto Serif CJK SC"/>
              </a:rPr>
              <a:t>充电电极</a:t>
            </a:r>
            <a:endParaRPr lang="zh-CN" sz="950"/>
          </a:p>
        </p:txBody>
      </p:sp>
      <p:sp>
        <p:nvSpPr>
          <p:cNvPr id="56" name="TextBox 56"/>
          <p:cNvSpPr txBox="1"/>
          <p:nvPr/>
        </p:nvSpPr>
        <p:spPr>
          <a:xfrm>
            <a:off x="2876478" y="4610070"/>
            <a:ext cx="895328" cy="20954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950" b="1">
                <a:solidFill>
                  <a:srgbClr val="111111"/>
                </a:solidFill>
                <a:latin typeface="Noto Serif CJK SC"/>
                <a:ea typeface="Noto Serif CJK SC"/>
                <a:cs typeface="Noto Serif CJK SC"/>
              </a:rPr>
              <a:t>轮式里程计</a:t>
            </a:r>
            <a:endParaRPr lang="zh-CN" sz="950"/>
          </a:p>
        </p:txBody>
      </p:sp>
      <p:sp>
        <p:nvSpPr>
          <p:cNvPr id="57" name="TextBox 57"/>
          <p:cNvSpPr txBox="1"/>
          <p:nvPr/>
        </p:nvSpPr>
        <p:spPr>
          <a:xfrm>
            <a:off x="2333567" y="5200606"/>
            <a:ext cx="485763" cy="41909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900" b="1">
                <a:solidFill>
                  <a:srgbClr val="05127E"/>
                </a:solidFill>
                <a:latin typeface="Noto Sans CJK SC"/>
                <a:ea typeface="Noto Sans CJK SC"/>
                <a:cs typeface="Noto Sans CJK SC"/>
              </a:rPr>
              <a:t>基于</a:t>
            </a:r>
            <a:endParaRPr lang="zh-CN" sz="1900"/>
          </a:p>
        </p:txBody>
      </p:sp>
      <p:sp>
        <p:nvSpPr>
          <p:cNvPr id="58" name="TextBox 58"/>
          <p:cNvSpPr txBox="1"/>
          <p:nvPr/>
        </p:nvSpPr>
        <p:spPr>
          <a:xfrm>
            <a:off x="2819330" y="5200606"/>
            <a:ext cx="352416" cy="41909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900" b="1">
                <a:solidFill>
                  <a:srgbClr val="05127E"/>
                </a:solidFill>
                <a:latin typeface="Liberation Sans"/>
                <a:ea typeface="Liberation Sans"/>
                <a:cs typeface="Liberation Sans"/>
              </a:rPr>
              <a:t>AR</a:t>
            </a:r>
            <a:endParaRPr lang="zh-CN" sz="1900"/>
          </a:p>
        </p:txBody>
      </p:sp>
      <p:sp>
        <p:nvSpPr>
          <p:cNvPr id="59" name="TextBox 59"/>
          <p:cNvSpPr txBox="1"/>
          <p:nvPr/>
        </p:nvSpPr>
        <p:spPr>
          <a:xfrm>
            <a:off x="3171746" y="5200606"/>
            <a:ext cx="4590935" cy="41909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900" b="1">
                <a:solidFill>
                  <a:srgbClr val="05127E"/>
                </a:solidFill>
                <a:latin typeface="Noto Sans CJK SC"/>
                <a:ea typeface="Noto Sans CJK SC"/>
                <a:cs typeface="Noto Sans CJK SC"/>
              </a:rPr>
              <a:t>码实现机器人的全局定位与充电流程，实现</a:t>
            </a:r>
            <a:endParaRPr lang="zh-CN" sz="1900"/>
          </a:p>
        </p:txBody>
      </p:sp>
      <p:sp>
        <p:nvSpPr>
          <p:cNvPr id="60" name="TextBox 60"/>
          <p:cNvSpPr txBox="1"/>
          <p:nvPr/>
        </p:nvSpPr>
        <p:spPr>
          <a:xfrm>
            <a:off x="7762681" y="5200606"/>
            <a:ext cx="2428814" cy="41909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050" b="1">
                <a:solidFill>
                  <a:srgbClr val="FF0000"/>
                </a:solidFill>
                <a:latin typeface="Noto Sans CJK SC"/>
                <a:ea typeface="Noto Sans CJK SC"/>
                <a:cs typeface="Noto Sans CJK SC"/>
              </a:rPr>
              <a:t>毫米级充电对接精度</a:t>
            </a:r>
            <a:endParaRPr lang="zh-CN" sz="205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PingFang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Codex</Application>
  <PresentationFormat>Widescreen</PresentationFormat>
  <Slides>3</Slides>
</Properties>
</file>

<file path=docProps/core.xml><?xml version="1.0" encoding="utf-8"?>
<cp:coreProperties xmlns:cp="http://schemas.openxmlformats.org/package/2006/metadata/core-properties" xmlns:dc="http://purl.org/dc/elements/1.1/">
  <dc:title>Image to editable PPT</dc:title>
</cp:coreProperties>
</file>