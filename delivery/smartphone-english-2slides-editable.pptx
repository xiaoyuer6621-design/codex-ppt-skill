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B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3087" y="0"/>
            <a:ext cx="3316036" cy="9765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cubicBezTo>
                  <a:pt x="19606" y="15797"/>
                  <a:pt x="13482" y="13057"/>
                  <a:pt x="9922" y="7093"/>
                </a:cubicBezTo>
                <a:cubicBezTo>
                  <a:pt x="5080" y="-806"/>
                  <a:pt x="2326" y="16925"/>
                  <a:pt x="0" y="21600"/>
                </a:cubicBezTo>
                <a:close/>
              </a:path>
            </a:pathLst>
          </a:custGeom>
          <a:solidFill>
            <a:srgbClr val="FCE0B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ath 3"/>
          <p:cNvSpPr/>
          <p:nvPr/>
        </p:nvSpPr>
        <p:spPr>
          <a:xfrm>
            <a:off x="10920498" y="0"/>
            <a:ext cx="1268111" cy="9620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41" y="0"/>
                </a:moveTo>
                <a:lnTo>
                  <a:pt x="21600" y="0"/>
                </a:lnTo>
                <a:lnTo>
                  <a:pt x="21600" y="21600"/>
                </a:lnTo>
                <a:cubicBezTo>
                  <a:pt x="11421" y="14073"/>
                  <a:pt x="-3972" y="16527"/>
                  <a:pt x="1241" y="0"/>
                </a:cubicBezTo>
                <a:close/>
              </a:path>
            </a:pathLst>
          </a:custGeom>
          <a:solidFill>
            <a:srgbClr val="FBE0B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087" y="3833484"/>
            <a:ext cx="2681981" cy="174911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5850"/>
                </a:moveTo>
                <a:cubicBezTo>
                  <a:pt x="2641" y="3780"/>
                  <a:pt x="6222" y="5490"/>
                  <a:pt x="7748" y="3330"/>
                </a:cubicBezTo>
                <a:cubicBezTo>
                  <a:pt x="9509" y="-1710"/>
                  <a:pt x="16376" y="-540"/>
                  <a:pt x="15554" y="6210"/>
                </a:cubicBezTo>
                <a:cubicBezTo>
                  <a:pt x="19017" y="7020"/>
                  <a:pt x="20661" y="10890"/>
                  <a:pt x="21600" y="1449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BE0B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3087" y="5465994"/>
            <a:ext cx="4970410" cy="139200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375"/>
                </a:moveTo>
                <a:cubicBezTo>
                  <a:pt x="7284" y="-3845"/>
                  <a:pt x="11338" y="10970"/>
                  <a:pt x="16849" y="10970"/>
                </a:cubicBezTo>
                <a:cubicBezTo>
                  <a:pt x="19636" y="10630"/>
                  <a:pt x="21188" y="13571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FBDD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10002211" y="4044835"/>
            <a:ext cx="2186397" cy="281316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600" y="0"/>
                </a:moveTo>
                <a:cubicBezTo>
                  <a:pt x="15984" y="839"/>
                  <a:pt x="14040" y="3805"/>
                  <a:pt x="12600" y="8674"/>
                </a:cubicBezTo>
                <a:cubicBezTo>
                  <a:pt x="10224" y="13598"/>
                  <a:pt x="2952" y="14381"/>
                  <a:pt x="0" y="18578"/>
                </a:cubicBez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6D1A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6336351" y="6158353"/>
            <a:ext cx="5852257" cy="69964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cubicBezTo>
                  <a:pt x="3524" y="-8550"/>
                  <a:pt x="7532" y="-2475"/>
                  <a:pt x="9980" y="10350"/>
                </a:cubicBezTo>
                <a:cubicBezTo>
                  <a:pt x="11728" y="19575"/>
                  <a:pt x="13826" y="-3375"/>
                  <a:pt x="17404" y="1800"/>
                </a:cubicBezTo>
                <a:cubicBezTo>
                  <a:pt x="19421" y="4275"/>
                  <a:pt x="20954" y="15075"/>
                  <a:pt x="21600" y="19125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9D4A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593414" y="838119"/>
            <a:ext cx="8745590" cy="1494038"/>
          </a:xfrm>
          <a:prstGeom prst="roundRect">
            <a:avLst>
              <a:gd name="adj" fmla="val 20976"/>
            </a:avLst>
          </a:prstGeom>
          <a:solidFill>
            <a:srgbClr val="F5D3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878753" y="2536221"/>
            <a:ext cx="6850712" cy="1479462"/>
          </a:xfrm>
          <a:prstGeom prst="roundRect">
            <a:avLst>
              <a:gd name="adj" fmla="val 21182"/>
            </a:avLst>
          </a:prstGeom>
          <a:solidFill>
            <a:srgbClr val="F5D3A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115059" y="4467539"/>
            <a:ext cx="8570678" cy="1654374"/>
          </a:xfrm>
          <a:prstGeom prst="roundRect">
            <a:avLst>
              <a:gd name="adj" fmla="val 18943"/>
            </a:avLst>
          </a:prstGeom>
          <a:solidFill>
            <a:srgbClr val="F5D3A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615278" y="765239"/>
            <a:ext cx="8701862" cy="1464886"/>
          </a:xfrm>
          <a:prstGeom prst="roundRect">
            <a:avLst>
              <a:gd name="adj" fmla="val 22388"/>
            </a:avLst>
          </a:prstGeom>
          <a:solidFill>
            <a:srgbClr val="FFCB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900617" y="2463341"/>
            <a:ext cx="6806984" cy="1450310"/>
          </a:xfrm>
          <a:prstGeom prst="roundRect">
            <a:avLst>
              <a:gd name="adj" fmla="val 22613"/>
            </a:avLst>
          </a:prstGeom>
          <a:solidFill>
            <a:srgbClr val="FFCB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136923" y="4394659"/>
            <a:ext cx="8526950" cy="1625222"/>
          </a:xfrm>
          <a:prstGeom prst="roundRect">
            <a:avLst>
              <a:gd name="adj" fmla="val 20179"/>
            </a:avLst>
          </a:prstGeom>
          <a:solidFill>
            <a:srgbClr val="FFCB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775614" y="801679"/>
            <a:ext cx="8395766" cy="1275399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009937" y="2528933"/>
            <a:ext cx="6551904" cy="1253535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3289971" y="4460251"/>
            <a:ext cx="8257294" cy="1479462"/>
          </a:xfrm>
          <a:prstGeom prst="roundRect">
            <a:avLst>
              <a:gd name="adj" fmla="val 1970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797478" y="823543"/>
            <a:ext cx="8352038" cy="1231671"/>
          </a:xfrm>
          <a:prstGeom prst="roundRect">
            <a:avLst>
              <a:gd name="adj" fmla="val 22485"/>
            </a:avLst>
          </a:prstGeom>
          <a:solidFill>
            <a:srgbClr val="FFFB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5031801" y="2550797"/>
            <a:ext cx="6508176" cy="1209807"/>
          </a:xfrm>
          <a:prstGeom prst="roundRect">
            <a:avLst>
              <a:gd name="adj" fmla="val 22892"/>
            </a:avLst>
          </a:prstGeom>
          <a:solidFill>
            <a:srgbClr val="FFFB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311835" y="4482115"/>
            <a:ext cx="8213566" cy="1435734"/>
          </a:xfrm>
          <a:prstGeom prst="roundRect">
            <a:avLst>
              <a:gd name="adj" fmla="val 19289"/>
            </a:avLst>
          </a:prstGeom>
          <a:solidFill>
            <a:srgbClr val="FFFBE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84934" y="903711"/>
            <a:ext cx="8184414" cy="1064047"/>
          </a:xfrm>
          <a:prstGeom prst="roundRect">
            <a:avLst>
              <a:gd name="adj" fmla="val 20548"/>
            </a:avLst>
          </a:prstGeom>
          <a:noFill/>
          <a:ln w="13970">
            <a:solidFill>
              <a:srgbClr val="FFCA53"/>
            </a:solidFill>
            <a:prstDash val="dash"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5111969" y="2638253"/>
            <a:ext cx="6347841" cy="1042183"/>
          </a:xfrm>
          <a:prstGeom prst="roundRect">
            <a:avLst>
              <a:gd name="adj" fmla="val 20979"/>
            </a:avLst>
          </a:prstGeom>
          <a:noFill/>
          <a:ln w="13970">
            <a:solidFill>
              <a:srgbClr val="FFCA53"/>
            </a:solidFill>
            <a:prstDash val="dash"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3399291" y="4554995"/>
            <a:ext cx="8031367" cy="1260823"/>
          </a:xfrm>
          <a:prstGeom prst="roundRect">
            <a:avLst>
              <a:gd name="adj" fmla="val 17341"/>
            </a:avLst>
          </a:prstGeom>
          <a:noFill/>
          <a:ln w="13970">
            <a:solidFill>
              <a:srgbClr val="FFCA53"/>
            </a:solidFill>
            <a:prstDash val="dash"/>
          </a:ln>
        </p:spPr>
        <p:txBody>
          <a:bodyPr/>
          <a:lstStyle/>
          <a:p/>
        </p:txBody>
      </p:sp>
      <p:pic>
        <p:nvPicPr>
          <p:cNvPr id="23" name="swoosh phone"/>
          <p:cNvPicPr/>
          <p:nvPr/>
        </p:nvPicPr>
        <p:blipFill>
          <a:blip r:embed="rId14"/>
          <a:stretch>
            <a:fillRect/>
          </a:stretch>
        </p:blipFill>
        <p:spPr>
          <a:xfrm>
            <a:off x="9312315" y="1206571"/>
            <a:ext cx="3114326" cy="1398471"/>
          </a:xfrm>
          <a:prstGeom prst="rect">
            <a:avLst/>
          </a:prstGeom>
        </p:spPr>
      </p:pic>
      <p:pic>
        <p:nvPicPr>
          <p:cNvPr id="24" name="phone rays"/>
          <p:cNvPicPr/>
          <p:nvPr/>
        </p:nvPicPr>
        <p:blipFill>
          <a:blip r:embed="rId2"/>
          <a:stretch>
            <a:fillRect/>
          </a:stretch>
        </p:blipFill>
        <p:spPr>
          <a:xfrm>
            <a:off x="9660718" y="167077"/>
            <a:ext cx="2007842" cy="2406123"/>
          </a:xfrm>
          <a:prstGeom prst="rect">
            <a:avLst/>
          </a:prstGeom>
        </p:spPr>
      </p:pic>
      <p:pic>
        <p:nvPicPr>
          <p:cNvPr id="25" name="leaves left"/>
          <p:cNvPicPr/>
          <p:nvPr/>
        </p:nvPicPr>
        <p:blipFill>
          <a:blip r:embed="rId3"/>
          <a:stretch>
            <a:fillRect/>
          </a:stretch>
        </p:blipFill>
        <p:spPr>
          <a:xfrm>
            <a:off x="-31014" y="2909483"/>
            <a:ext cx="1358460" cy="2051154"/>
          </a:xfrm>
          <a:prstGeom prst="rect">
            <a:avLst/>
          </a:prstGeom>
        </p:spPr>
      </p:pic>
      <p:pic>
        <p:nvPicPr>
          <p:cNvPr id="26" name="leaves right"/>
          <p:cNvPicPr/>
          <p:nvPr/>
        </p:nvPicPr>
        <p:blipFill>
          <a:blip r:embed="rId4"/>
          <a:stretch>
            <a:fillRect/>
          </a:stretch>
        </p:blipFill>
        <p:spPr>
          <a:xfrm>
            <a:off x="10757662" y="5339649"/>
            <a:ext cx="1469879" cy="1557247"/>
          </a:xfrm>
          <a:prstGeom prst="rect">
            <a:avLst/>
          </a:prstGeom>
        </p:spPr>
      </p:pic>
      <p:pic>
        <p:nvPicPr>
          <p:cNvPr id="27" name="arrow one"/>
          <p:cNvPicPr/>
          <p:nvPr/>
        </p:nvPicPr>
        <p:blipFill>
          <a:blip r:embed="rId5"/>
          <a:stretch>
            <a:fillRect/>
          </a:stretch>
        </p:blipFill>
        <p:spPr>
          <a:xfrm>
            <a:off x="3886012" y="1740861"/>
            <a:ext cx="928716" cy="1117009"/>
          </a:xfrm>
          <a:prstGeom prst="rect">
            <a:avLst/>
          </a:prstGeom>
        </p:spPr>
      </p:pic>
      <p:pic>
        <p:nvPicPr>
          <p:cNvPr id="28" name="arrow two"/>
          <p:cNvPicPr/>
          <p:nvPr/>
        </p:nvPicPr>
        <p:blipFill>
          <a:blip r:embed="rId6"/>
          <a:stretch>
            <a:fillRect/>
          </a:stretch>
        </p:blipFill>
        <p:spPr>
          <a:xfrm>
            <a:off x="8714525" y="3625521"/>
            <a:ext cx="600326" cy="904221"/>
          </a:xfrm>
          <a:prstGeom prst="rect">
            <a:avLst/>
          </a:prstGeom>
        </p:spPr>
      </p:pic>
      <p:pic>
        <p:nvPicPr>
          <p:cNvPr id="29" name="star top"/>
          <p:cNvPicPr/>
          <p:nvPr/>
        </p:nvPicPr>
        <p:blipFill>
          <a:blip r:embed="rId7"/>
          <a:stretch>
            <a:fillRect/>
          </a:stretch>
        </p:blipFill>
        <p:spPr>
          <a:xfrm>
            <a:off x="8802367" y="809966"/>
            <a:ext cx="570395" cy="581042"/>
          </a:xfrm>
          <a:prstGeom prst="rect">
            <a:avLst/>
          </a:prstGeom>
        </p:spPr>
      </p:pic>
      <p:pic>
        <p:nvPicPr>
          <p:cNvPr id="30" name="star left"/>
          <p:cNvPicPr/>
          <p:nvPr/>
        </p:nvPicPr>
        <p:blipFill>
          <a:blip r:embed="rId8"/>
          <a:stretch>
            <a:fillRect/>
          </a:stretch>
        </p:blipFill>
        <p:spPr>
          <a:xfrm>
            <a:off x="333962" y="2457139"/>
            <a:ext cx="518905" cy="544420"/>
          </a:xfrm>
          <a:prstGeom prst="rect">
            <a:avLst/>
          </a:prstGeom>
        </p:spPr>
      </p:pic>
      <p:pic>
        <p:nvPicPr>
          <p:cNvPr id="31" name="star right"/>
          <p:cNvPicPr/>
          <p:nvPr/>
        </p:nvPicPr>
        <p:blipFill>
          <a:blip r:embed="rId9"/>
          <a:stretch>
            <a:fillRect/>
          </a:stretch>
        </p:blipFill>
        <p:spPr>
          <a:xfrm>
            <a:off x="11271903" y="2759787"/>
            <a:ext cx="609021" cy="653354"/>
          </a:xfrm>
          <a:prstGeom prst="rect">
            <a:avLst/>
          </a:prstGeom>
        </p:spPr>
      </p:pic>
      <p:pic>
        <p:nvPicPr>
          <p:cNvPr id="32" name="rays top left"/>
          <p:cNvPicPr/>
          <p:nvPr/>
        </p:nvPicPr>
        <p:blipFill>
          <a:blip r:embed="rId10"/>
          <a:stretch>
            <a:fillRect/>
          </a:stretch>
        </p:blipFill>
        <p:spPr>
          <a:xfrm>
            <a:off x="329946" y="343658"/>
            <a:ext cx="774721" cy="733842"/>
          </a:xfrm>
          <a:prstGeom prst="rect">
            <a:avLst/>
          </a:prstGeom>
        </p:spPr>
      </p:pic>
      <p:pic>
        <p:nvPicPr>
          <p:cNvPr id="33" name="rays mid"/>
          <p:cNvPicPr/>
          <p:nvPr/>
        </p:nvPicPr>
        <p:blipFill>
          <a:blip r:embed="rId11"/>
          <a:stretch>
            <a:fillRect/>
          </a:stretch>
        </p:blipFill>
        <p:spPr>
          <a:xfrm>
            <a:off x="4453623" y="2885265"/>
            <a:ext cx="442141" cy="570030"/>
          </a:xfrm>
          <a:prstGeom prst="rect">
            <a:avLst/>
          </a:prstGeom>
        </p:spPr>
      </p:pic>
      <p:pic>
        <p:nvPicPr>
          <p:cNvPr id="34" name="rays bottom"/>
          <p:cNvPicPr/>
          <p:nvPr/>
        </p:nvPicPr>
        <p:blipFill>
          <a:blip r:embed="rId12"/>
          <a:stretch>
            <a:fillRect/>
          </a:stretch>
        </p:blipFill>
        <p:spPr>
          <a:xfrm>
            <a:off x="2787908" y="4058027"/>
            <a:ext cx="705317" cy="797161"/>
          </a:xfrm>
          <a:prstGeom prst="rect">
            <a:avLst/>
          </a:prstGeom>
        </p:spPr>
      </p:pic>
      <p:pic>
        <p:nvPicPr>
          <p:cNvPr id="35" name="heart swoosh left"/>
          <p:cNvPicPr/>
          <p:nvPr/>
        </p:nvPicPr>
        <p:blipFill>
          <a:blip r:embed="rId13"/>
          <a:stretch>
            <a:fillRect/>
          </a:stretch>
        </p:blipFill>
        <p:spPr>
          <a:xfrm>
            <a:off x="1016722" y="3131839"/>
            <a:ext cx="4065489" cy="1126345"/>
          </a:xfrm>
          <a:prstGeom prst="rect">
            <a:avLst/>
          </a:prstGeom>
        </p:spPr>
      </p:pic>
      <p:pic>
        <p:nvPicPr>
          <p:cNvPr id="36" name="dots top"/>
          <p:cNvPicPr/>
          <p:nvPr/>
        </p:nvPicPr>
        <p:blipFill>
          <a:blip r:embed="rId16"/>
          <a:stretch>
            <a:fillRect/>
          </a:stretch>
        </p:blipFill>
        <p:spPr>
          <a:xfrm>
            <a:off x="8658677" y="297481"/>
            <a:ext cx="624566" cy="337900"/>
          </a:xfrm>
          <a:prstGeom prst="rect">
            <a:avLst/>
          </a:prstGeom>
        </p:spPr>
      </p:pic>
      <p:pic>
        <p:nvPicPr>
          <p:cNvPr id="37" name="dots right"/>
          <p:cNvPicPr/>
          <p:nvPr/>
        </p:nvPicPr>
        <p:blipFill>
          <a:blip r:embed="rId17"/>
          <a:stretch>
            <a:fillRect/>
          </a:stretch>
        </p:blipFill>
        <p:spPr>
          <a:xfrm>
            <a:off x="11763048" y="4516827"/>
            <a:ext cx="457569" cy="717685"/>
          </a:xfrm>
          <a:prstGeom prst="rect">
            <a:avLst/>
          </a:prstGeom>
        </p:spPr>
      </p:pic>
      <p:pic>
        <p:nvPicPr>
          <p:cNvPr id="38" name="notebook pencil"/>
          <p:cNvPicPr/>
          <p:nvPr/>
        </p:nvPicPr>
        <p:blipFill>
          <a:blip r:embed="rId18"/>
          <a:stretch>
            <a:fillRect/>
          </a:stretch>
        </p:blipFill>
        <p:spPr>
          <a:xfrm>
            <a:off x="-75033" y="4341296"/>
            <a:ext cx="3326509" cy="2599218"/>
          </a:xfrm>
          <a:prstGeom prst="rect">
            <a:avLst/>
          </a:prstGeom>
        </p:spPr>
      </p:pic>
      <p:pic>
        <p:nvPicPr>
          <p:cNvPr id="39" name="dots bottom"/>
          <p:cNvPicPr/>
          <p:nvPr/>
        </p:nvPicPr>
        <p:blipFill>
          <a:blip r:embed="rId19"/>
          <a:stretch>
            <a:fillRect/>
          </a:stretch>
        </p:blipFill>
        <p:spPr>
          <a:xfrm>
            <a:off x="3360497" y="6284676"/>
            <a:ext cx="835539" cy="417842"/>
          </a:xfrm>
          <a:prstGeom prst="rect">
            <a:avLst/>
          </a:prstGeom>
        </p:spPr>
      </p:pic>
      <p:pic>
        <p:nvPicPr>
          <p:cNvPr id="40" name="heart notebook"/>
          <p:cNvPicPr/>
          <p:nvPr/>
        </p:nvPicPr>
        <p:blipFill>
          <a:blip r:embed="rId15"/>
          <a:stretch>
            <a:fillRect/>
          </a:stretch>
        </p:blipFill>
        <p:spPr>
          <a:xfrm>
            <a:off x="1579887" y="5631278"/>
            <a:ext cx="526827" cy="529414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132725" y="1100487"/>
            <a:ext cx="7827303" cy="62676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Alan chose to spend time on smartphones.</a:t>
            </a:r>
            <a:endParaRPr lang="zh-CN" sz="3579"/>
          </a:p>
        </p:txBody>
      </p:sp>
      <p:sp>
        <p:nvSpPr>
          <p:cNvPr id="42" name="TextBox 42"/>
          <p:cNvSpPr txBox="1"/>
          <p:nvPr/>
        </p:nvSpPr>
        <p:spPr>
          <a:xfrm>
            <a:off x="5461792" y="2849605"/>
            <a:ext cx="1049471" cy="59761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Alan</a:t>
            </a:r>
            <a:endParaRPr lang="zh-CN" sz="3579"/>
          </a:p>
        </p:txBody>
      </p:sp>
      <p:sp>
        <p:nvSpPr>
          <p:cNvPr id="43" name="TextBox 43"/>
          <p:cNvSpPr txBox="1"/>
          <p:nvPr/>
        </p:nvSpPr>
        <p:spPr>
          <a:xfrm>
            <a:off x="8887148" y="2849605"/>
            <a:ext cx="2135382" cy="59761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choice.</a:t>
            </a:r>
            <a:endParaRPr lang="zh-CN" sz="3579"/>
          </a:p>
        </p:txBody>
      </p:sp>
      <p:sp>
        <p:nvSpPr>
          <p:cNvPr id="44" name="TextBox 44"/>
          <p:cNvSpPr txBox="1"/>
          <p:nvPr/>
        </p:nvSpPr>
        <p:spPr>
          <a:xfrm>
            <a:off x="3741826" y="4686179"/>
            <a:ext cx="7521207" cy="5611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 can cut back on the amount of time I spend</a:t>
            </a:r>
            <a:endParaRPr lang="zh-CN" sz="3150"/>
          </a:p>
        </p:txBody>
      </p:sp>
      <p:sp>
        <p:nvSpPr>
          <p:cNvPr id="45" name="TextBox 45"/>
          <p:cNvSpPr txBox="1"/>
          <p:nvPr/>
        </p:nvSpPr>
        <p:spPr>
          <a:xfrm>
            <a:off x="3741826" y="5145322"/>
            <a:ext cx="5320234" cy="5611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 my smartphone every day.</a:t>
            </a:r>
            <a:endParaRPr lang="zh-CN" sz="3150"/>
          </a:p>
        </p:txBody>
      </p:sp>
      <p:sp>
        <p:nvSpPr>
          <p:cNvPr id="46" name="Line 46"/>
          <p:cNvSpPr/>
          <p:nvPr/>
        </p:nvSpPr>
        <p:spPr>
          <a:xfrm>
            <a:off x="6489399" y="3381628"/>
            <a:ext cx="2288429" cy="0"/>
          </a:xfrm>
          <a:prstGeom prst="line">
            <a:avLst/>
          </a:prstGeom>
          <a:noFill/>
          <a:ln w="17145">
            <a:solidFill>
              <a:srgbClr val="111111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 original warm sunlit desk and window scen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316470" y="1880302"/>
            <a:ext cx="11529603" cy="2273853"/>
          </a:xfrm>
          <a:prstGeom prst="roundRect">
            <a:avLst>
              <a:gd name="adj" fmla="val 33013"/>
            </a:avLst>
          </a:prstGeom>
          <a:solidFill>
            <a:srgbClr val="FFE0A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74774" y="1967758"/>
            <a:ext cx="11412995" cy="2128094"/>
          </a:xfrm>
          <a:prstGeom prst="roundRect">
            <a:avLst>
              <a:gd name="adj" fmla="val 31849"/>
            </a:avLst>
          </a:prstGeom>
          <a:solidFill>
            <a:srgbClr val="FFD18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454942" y="1953182"/>
            <a:ext cx="11267235" cy="205521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43" y="0"/>
                </a:moveTo>
                <a:lnTo>
                  <a:pt x="20315" y="77"/>
                </a:lnTo>
                <a:cubicBezTo>
                  <a:pt x="21111" y="77"/>
                  <a:pt x="21600" y="2374"/>
                  <a:pt x="21600" y="6587"/>
                </a:cubicBezTo>
                <a:lnTo>
                  <a:pt x="21600" y="14706"/>
                </a:lnTo>
                <a:cubicBezTo>
                  <a:pt x="21600" y="18536"/>
                  <a:pt x="21153" y="20528"/>
                  <a:pt x="20357" y="20604"/>
                </a:cubicBezTo>
                <a:lnTo>
                  <a:pt x="1271" y="21523"/>
                </a:lnTo>
                <a:cubicBezTo>
                  <a:pt x="447" y="21600"/>
                  <a:pt x="0" y="19532"/>
                  <a:pt x="0" y="15396"/>
                </a:cubicBezTo>
                <a:lnTo>
                  <a:pt x="0" y="6740"/>
                </a:lnTo>
                <a:cubicBezTo>
                  <a:pt x="0" y="2604"/>
                  <a:pt x="447" y="77"/>
                  <a:pt x="1243" y="0"/>
                </a:cubicBezTo>
                <a:close/>
              </a:path>
            </a:pathLst>
          </a:custGeom>
          <a:solidFill>
            <a:srgbClr val="FDF2E2"/>
          </a:solidFill>
          <a:ln w="39370">
            <a:solidFill>
              <a:srgbClr val="FFC76E"/>
            </a:solidFill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556974" y="2062502"/>
            <a:ext cx="11055883" cy="184386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96" y="0"/>
                </a:moveTo>
                <a:lnTo>
                  <a:pt x="20475" y="171"/>
                </a:lnTo>
                <a:cubicBezTo>
                  <a:pt x="21201" y="171"/>
                  <a:pt x="21600" y="2305"/>
                  <a:pt x="21600" y="6232"/>
                </a:cubicBezTo>
                <a:lnTo>
                  <a:pt x="21600" y="15026"/>
                </a:lnTo>
                <a:cubicBezTo>
                  <a:pt x="21600" y="18526"/>
                  <a:pt x="21244" y="20405"/>
                  <a:pt x="20532" y="20490"/>
                </a:cubicBezTo>
                <a:lnTo>
                  <a:pt x="1096" y="21515"/>
                </a:lnTo>
                <a:cubicBezTo>
                  <a:pt x="384" y="21600"/>
                  <a:pt x="0" y="19551"/>
                  <a:pt x="0" y="15709"/>
                </a:cubicBezTo>
                <a:lnTo>
                  <a:pt x="0" y="6318"/>
                </a:lnTo>
                <a:cubicBezTo>
                  <a:pt x="0" y="2391"/>
                  <a:pt x="399" y="85"/>
                  <a:pt x="1096" y="0"/>
                </a:cubicBezTo>
                <a:close/>
              </a:path>
            </a:pathLst>
          </a:custGeom>
          <a:noFill/>
          <a:ln w="14604">
            <a:solidFill>
              <a:srgbClr val="FFD49C"/>
            </a:solidFill>
            <a:prstDash val="lgDash"/>
          </a:ln>
        </p:spPr>
        <p:txBody>
          <a:bodyPr/>
          <a:lstStyle/>
          <a:p/>
        </p:txBody>
      </p:sp>
      <p:pic>
        <p:nvPicPr>
          <p:cNvPr id="7" name="choice-paint"/>
          <p:cNvPicPr/>
          <p:nvPr/>
        </p:nvPicPr>
        <p:blipFill>
          <a:blip r:embed="rId11"/>
          <a:stretch>
            <a:fillRect/>
          </a:stretch>
        </p:blipFill>
        <p:spPr>
          <a:xfrm>
            <a:off x="9096567" y="2381351"/>
            <a:ext cx="1906033" cy="666851"/>
          </a:xfrm>
          <a:prstGeom prst="rect">
            <a:avLst/>
          </a:prstGeom>
        </p:spPr>
      </p:pic>
      <p:pic>
        <p:nvPicPr>
          <p:cNvPr id="8" name="necessity-paint"/>
          <p:cNvPicPr/>
          <p:nvPr/>
        </p:nvPicPr>
        <p:blipFill>
          <a:blip r:embed="rId12"/>
          <a:stretch>
            <a:fillRect/>
          </a:stretch>
        </p:blipFill>
        <p:spPr>
          <a:xfrm>
            <a:off x="1936242" y="3012991"/>
            <a:ext cx="2583561" cy="715410"/>
          </a:xfrm>
          <a:prstGeom prst="rect">
            <a:avLst/>
          </a:prstGeom>
        </p:spPr>
      </p:pic>
      <p:pic>
        <p:nvPicPr>
          <p:cNvPr id="9" name="owl-board"/>
          <p:cNvPicPr/>
          <p:nvPr/>
        </p:nvPicPr>
        <p:blipFill>
          <a:blip r:embed="rId3"/>
          <a:stretch>
            <a:fillRect/>
          </a:stretch>
        </p:blipFill>
        <p:spPr>
          <a:xfrm>
            <a:off x="130788" y="329950"/>
            <a:ext cx="2025738" cy="1628530"/>
          </a:xfrm>
          <a:prstGeom prst="rect">
            <a:avLst/>
          </a:prstGeom>
        </p:spPr>
      </p:pic>
      <p:pic>
        <p:nvPicPr>
          <p:cNvPr id="10" name="owl-rays"/>
          <p:cNvPicPr/>
          <p:nvPr/>
        </p:nvPicPr>
        <p:blipFill>
          <a:blip r:embed="rId4"/>
          <a:stretch>
            <a:fillRect/>
          </a:stretch>
        </p:blipFill>
        <p:spPr>
          <a:xfrm>
            <a:off x="2080164" y="552222"/>
            <a:ext cx="743375" cy="753995"/>
          </a:xfrm>
          <a:prstGeom prst="rect">
            <a:avLst/>
          </a:prstGeom>
        </p:spPr>
      </p:pic>
      <p:pic>
        <p:nvPicPr>
          <p:cNvPr id="11" name="left-dashed-swoosh"/>
          <p:cNvPicPr/>
          <p:nvPr/>
        </p:nvPicPr>
        <p:blipFill>
          <a:blip r:embed="rId5"/>
          <a:stretch>
            <a:fillRect/>
          </a:stretch>
        </p:blipFill>
        <p:spPr>
          <a:xfrm>
            <a:off x="2393849" y="1177639"/>
            <a:ext cx="2739682" cy="917030"/>
          </a:xfrm>
          <a:prstGeom prst="rect">
            <a:avLst/>
          </a:prstGeom>
        </p:spPr>
      </p:pic>
      <p:pic>
        <p:nvPicPr>
          <p:cNvPr id="12" name="heart-dashed-swoosh"/>
          <p:cNvPicPr/>
          <p:nvPr/>
        </p:nvPicPr>
        <p:blipFill>
          <a:blip r:embed="rId6"/>
          <a:stretch>
            <a:fillRect/>
          </a:stretch>
        </p:blipFill>
        <p:spPr>
          <a:xfrm>
            <a:off x="6011032" y="935210"/>
            <a:ext cx="2334164" cy="1139521"/>
          </a:xfrm>
          <a:prstGeom prst="rect">
            <a:avLst/>
          </a:prstGeom>
        </p:spPr>
      </p:pic>
      <p:pic>
        <p:nvPicPr>
          <p:cNvPr id="13" name="upper-star"/>
          <p:cNvPicPr/>
          <p:nvPr/>
        </p:nvPicPr>
        <p:blipFill>
          <a:blip r:embed="rId7"/>
          <a:stretch>
            <a:fillRect/>
          </a:stretch>
        </p:blipFill>
        <p:spPr>
          <a:xfrm>
            <a:off x="10667336" y="1662667"/>
            <a:ext cx="724963" cy="690349"/>
          </a:xfrm>
          <a:prstGeom prst="rect">
            <a:avLst/>
          </a:prstGeom>
        </p:spPr>
      </p:pic>
      <p:pic>
        <p:nvPicPr>
          <p:cNvPr id="14" name="lower-star"/>
          <p:cNvPicPr/>
          <p:nvPr/>
        </p:nvPicPr>
        <p:blipFill>
          <a:blip r:embed="rId8"/>
          <a:stretch>
            <a:fillRect/>
          </a:stretch>
        </p:blipFill>
        <p:spPr>
          <a:xfrm>
            <a:off x="463738" y="3470954"/>
            <a:ext cx="587312" cy="623027"/>
          </a:xfrm>
          <a:prstGeom prst="rect">
            <a:avLst/>
          </a:prstGeom>
        </p:spPr>
      </p:pic>
      <p:pic>
        <p:nvPicPr>
          <p:cNvPr id="15" name="choice-rays"/>
          <p:cNvPicPr/>
          <p:nvPr/>
        </p:nvPicPr>
        <p:blipFill>
          <a:blip r:embed="rId9"/>
          <a:stretch>
            <a:fillRect/>
          </a:stretch>
        </p:blipFill>
        <p:spPr>
          <a:xfrm>
            <a:off x="11069302" y="2174488"/>
            <a:ext cx="562375" cy="577707"/>
          </a:xfrm>
          <a:prstGeom prst="rect">
            <a:avLst/>
          </a:prstGeom>
        </p:spPr>
      </p:pic>
      <p:pic>
        <p:nvPicPr>
          <p:cNvPr id="16" name="necessity-rays"/>
          <p:cNvPicPr/>
          <p:nvPr/>
        </p:nvPicPr>
        <p:blipFill>
          <a:blip r:embed="rId10"/>
          <a:stretch>
            <a:fillRect/>
          </a:stretch>
        </p:blipFill>
        <p:spPr>
          <a:xfrm>
            <a:off x="4280652" y="2914123"/>
            <a:ext cx="547571" cy="61433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16118" y="2405037"/>
            <a:ext cx="8235430" cy="5538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350" b="1">
                <a:solidFill>
                  <a:srgbClr val="1D1007"/>
                </a:solidFill>
                <a:latin typeface="Times New Roman"/>
                <a:ea typeface="Times New Roman"/>
                <a:cs typeface="Times New Roman"/>
              </a:rPr>
              <a:t>Coexisting with smartphones smartly is not a</a:t>
            </a:r>
            <a:endParaRPr lang="zh-CN" sz="3350"/>
          </a:p>
        </p:txBody>
      </p:sp>
      <p:sp>
        <p:nvSpPr>
          <p:cNvPr id="18" name="TextBox 18"/>
          <p:cNvSpPr txBox="1"/>
          <p:nvPr/>
        </p:nvSpPr>
        <p:spPr>
          <a:xfrm>
            <a:off x="9390020" y="2354021"/>
            <a:ext cx="1450310" cy="5757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779" b="1">
                <a:solidFill>
                  <a:srgbClr val="1D1007"/>
                </a:solidFill>
                <a:latin typeface="Times New Roman"/>
                <a:ea typeface="Times New Roman"/>
                <a:cs typeface="Times New Roman"/>
              </a:rPr>
              <a:t>choice</a:t>
            </a:r>
            <a:endParaRPr lang="zh-CN" sz="3779"/>
          </a:p>
        </p:txBody>
      </p:sp>
      <p:sp>
        <p:nvSpPr>
          <p:cNvPr id="19" name="TextBox 19"/>
          <p:cNvSpPr txBox="1"/>
          <p:nvPr/>
        </p:nvSpPr>
        <p:spPr>
          <a:xfrm>
            <a:off x="10905922" y="2448765"/>
            <a:ext cx="422704" cy="5538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880" b="1">
                <a:solidFill>
                  <a:srgbClr val="1D1007"/>
                </a:solidFill>
                <a:latin typeface="Times New Roman"/>
                <a:ea typeface="Times New Roman"/>
                <a:cs typeface="Times New Roman"/>
              </a:rPr>
              <a:t>—</a:t>
            </a:r>
            <a:endParaRPr lang="zh-CN" sz="2880"/>
          </a:p>
        </p:txBody>
      </p:sp>
      <p:sp>
        <p:nvSpPr>
          <p:cNvPr id="20" name="TextBox 20"/>
          <p:cNvSpPr txBox="1"/>
          <p:nvPr/>
        </p:nvSpPr>
        <p:spPr>
          <a:xfrm>
            <a:off x="1016118" y="3039092"/>
            <a:ext cx="1078623" cy="5538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350" b="1">
                <a:solidFill>
                  <a:srgbClr val="1D1007"/>
                </a:solidFill>
                <a:latin typeface="Times New Roman"/>
                <a:ea typeface="Times New Roman"/>
                <a:cs typeface="Times New Roman"/>
              </a:rPr>
              <a:t>it is a</a:t>
            </a:r>
            <a:endParaRPr lang="zh-CN" sz="3350"/>
          </a:p>
        </p:txBody>
      </p:sp>
      <p:sp>
        <p:nvSpPr>
          <p:cNvPr id="21" name="TextBox 21"/>
          <p:cNvSpPr txBox="1"/>
          <p:nvPr/>
        </p:nvSpPr>
        <p:spPr>
          <a:xfrm>
            <a:off x="2269652" y="2995365"/>
            <a:ext cx="2113518" cy="59761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779" b="1">
                <a:solidFill>
                  <a:srgbClr val="1D1007"/>
                </a:solidFill>
                <a:latin typeface="Times New Roman"/>
                <a:ea typeface="Times New Roman"/>
                <a:cs typeface="Times New Roman"/>
              </a:rPr>
              <a:t>necessity.</a:t>
            </a:r>
            <a:endParaRPr lang="zh-CN" sz="3779"/>
          </a:p>
        </p:txBody>
      </p:sp>
      <p:sp>
        <p:nvSpPr>
          <p:cNvPr id="22" name="Line 22"/>
          <p:cNvSpPr/>
          <p:nvPr/>
        </p:nvSpPr>
        <p:spPr>
          <a:xfrm>
            <a:off x="9324428" y="2951637"/>
            <a:ext cx="1406582" cy="0"/>
          </a:xfrm>
          <a:prstGeom prst="line">
            <a:avLst/>
          </a:prstGeom>
          <a:noFill/>
          <a:ln w="22860">
            <a:solidFill>
              <a:srgbClr val="8F4819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2218636" y="3585692"/>
            <a:ext cx="1938606" cy="0"/>
          </a:xfrm>
          <a:prstGeom prst="line">
            <a:avLst/>
          </a:prstGeom>
          <a:noFill/>
          <a:ln w="22860">
            <a:solidFill>
              <a:srgbClr val="8F4819"/>
            </a:solidFill>
          </a:ln>
        </p:spPr>
        <p:txBody>
          <a:bodyPr/>
          <a:lstStyle/>
          <a:p/>
        </p:txBody>
      </p:sp>
      <p:pic>
        <p:nvPicPr>
          <p:cNvPr id="24" name="cup-source-visible"/>
          <p:cNvPicPr/>
          <p:nvPr/>
        </p:nvPicPr>
        <p:blipFill>
          <a:blip r:embed="rId13"/>
          <a:stretch>
            <a:fillRect/>
          </a:stretch>
        </p:blipFill>
        <p:spPr>
          <a:xfrm>
            <a:off x="10437658" y="3474077"/>
            <a:ext cx="1782844" cy="1476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