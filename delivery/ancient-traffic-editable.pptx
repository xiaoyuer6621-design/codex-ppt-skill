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ing green wave bands and pale Chinese ink landscape,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69"/>
            <a:ext cx="12191695" cy="6855263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492594" y="1657031"/>
            <a:ext cx="5801660" cy="2709266"/>
          </a:xfrm>
          <a:prstGeom prst="roundRect">
            <a:avLst>
              <a:gd name="adj" fmla="val 10606"/>
            </a:avLst>
          </a:prstGeom>
          <a:noFill/>
          <a:ln w="44450">
            <a:solidFill>
              <a:srgbClr val="C9D8BE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581600" y="1657031"/>
            <a:ext cx="5226967" cy="4405977"/>
          </a:xfrm>
          <a:prstGeom prst="roundRect">
            <a:avLst>
              <a:gd name="adj" fmla="val 6832"/>
            </a:avLst>
          </a:prstGeom>
          <a:noFill/>
          <a:ln w="44450">
            <a:solidFill>
              <a:srgbClr val="C7D5B9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8911" y="1643348"/>
            <a:ext cx="5787977" cy="2695582"/>
          </a:xfrm>
          <a:prstGeom prst="roundRect">
            <a:avLst>
              <a:gd name="adj" fmla="val 10660"/>
            </a:avLst>
          </a:prstGeom>
          <a:noFill/>
          <a:ln w="12700">
            <a:solidFill>
              <a:srgbClr val="ACC99A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567917" y="1643348"/>
            <a:ext cx="5226967" cy="4392294"/>
          </a:xfrm>
          <a:prstGeom prst="roundRect">
            <a:avLst>
              <a:gd name="adj" fmla="val 6854"/>
            </a:avLst>
          </a:prstGeom>
          <a:noFill/>
          <a:ln w="12700">
            <a:solidFill>
              <a:srgbClr val="B4CC9D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060510" y="2491704"/>
            <a:ext cx="4501760" cy="684158"/>
          </a:xfrm>
          <a:prstGeom prst="roundRect">
            <a:avLst>
              <a:gd name="adj" fmla="val 34000"/>
            </a:avLst>
          </a:prstGeom>
          <a:solidFill>
            <a:srgbClr val="F0F3E7"/>
          </a:solidFill>
          <a:ln w="1397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7060510" y="3476891"/>
            <a:ext cx="4501760" cy="889405"/>
          </a:xfrm>
          <a:prstGeom prst="roundRect">
            <a:avLst>
              <a:gd name="adj" fmla="val 27692"/>
            </a:avLst>
          </a:prstGeom>
          <a:solidFill>
            <a:srgbClr val="ECF0D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6868946" y="2491704"/>
            <a:ext cx="684158" cy="684158"/>
          </a:xfrm>
          <a:prstGeom prst="ellipse">
            <a:avLst/>
          </a:prstGeom>
          <a:solidFill>
            <a:srgbClr val="4C8A5B"/>
          </a:solidFill>
          <a:ln w="254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6868946" y="3476891"/>
            <a:ext cx="684158" cy="684158"/>
          </a:xfrm>
          <a:prstGeom prst="ellipse">
            <a:avLst/>
          </a:prstGeom>
          <a:solidFill>
            <a:srgbClr val="F7C54B"/>
          </a:solidFill>
          <a:ln w="2540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11" name="Original cream open book with green pencil at top left."/>
          <p:cNvPicPr/>
          <p:nvPr/>
        </p:nvPicPr>
        <p:blipFill>
          <a:blip r:embed="rId3"/>
          <a:stretch>
            <a:fillRect/>
          </a:stretch>
        </p:blipFill>
        <p:spPr>
          <a:xfrm>
            <a:off x="237443" y="262725"/>
            <a:ext cx="1030261" cy="763505"/>
          </a:xfrm>
          <a:prstGeom prst="rect">
            <a:avLst/>
          </a:prstGeom>
        </p:spPr>
      </p:pic>
      <p:pic>
        <p:nvPicPr>
          <p:cNvPr id="12" name="Original green bamboo top-right corner ornament."/>
          <p:cNvPicPr/>
          <p:nvPr/>
        </p:nvPicPr>
        <p:blipFill>
          <a:blip r:embed="rId4"/>
          <a:stretch>
            <a:fillRect/>
          </a:stretch>
        </p:blipFill>
        <p:spPr>
          <a:xfrm>
            <a:off x="11118610" y="248629"/>
            <a:ext cx="1160983" cy="1311656"/>
          </a:xfrm>
          <a:prstGeom prst="rect">
            <a:avLst/>
          </a:prstGeom>
        </p:spPr>
      </p:pic>
      <p:pic>
        <p:nvPicPr>
          <p:cNvPr id="13" name="Original rough green header brush plate, ordinary text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1438348" y="1336404"/>
            <a:ext cx="2815499" cy="860185"/>
          </a:xfrm>
          <a:prstGeom prst="rect">
            <a:avLst/>
          </a:prstGeom>
        </p:spPr>
      </p:pic>
      <p:pic>
        <p:nvPicPr>
          <p:cNvPr id="14" name="Original rough right header brush plate, ordinary text removed."/>
          <p:cNvPicPr/>
          <p:nvPr/>
        </p:nvPicPr>
        <p:blipFill>
          <a:blip r:embed="rId7"/>
          <a:stretch>
            <a:fillRect/>
          </a:stretch>
        </p:blipFill>
        <p:spPr>
          <a:xfrm>
            <a:off x="6807067" y="1329375"/>
            <a:ext cx="2909915" cy="887926"/>
          </a:xfrm>
          <a:prstGeom prst="rect">
            <a:avLst/>
          </a:prstGeom>
        </p:spPr>
      </p:pic>
      <p:pic>
        <p:nvPicPr>
          <p:cNvPr id="15" name="Original three yellow header accent rays."/>
          <p:cNvPicPr/>
          <p:nvPr/>
        </p:nvPicPr>
        <p:blipFill>
          <a:blip r:embed="rId8"/>
          <a:stretch>
            <a:fillRect/>
          </a:stretch>
        </p:blipFill>
        <p:spPr>
          <a:xfrm>
            <a:off x="6571201" y="1220690"/>
            <a:ext cx="568125" cy="585335"/>
          </a:xfrm>
          <a:prstGeom prst="rect">
            <a:avLst/>
          </a:prstGeom>
        </p:spPr>
      </p:pic>
      <p:pic>
        <p:nvPicPr>
          <p:cNvPr id="16" name="Original historic red-robed black-hatted portrait on parchment. Source wording about Wei Zheng retained unchang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908562" y="2080297"/>
            <a:ext cx="2971982" cy="2341645"/>
          </a:xfrm>
          <a:prstGeom prst="rect">
            <a:avLst/>
          </a:prstGeom>
        </p:spPr>
      </p:pic>
      <p:pic>
        <p:nvPicPr>
          <p:cNvPr id="17" name="Original ink bamboo along left portrait margin."/>
          <p:cNvPicPr/>
          <p:nvPr/>
        </p:nvPicPr>
        <p:blipFill>
          <a:blip r:embed="rId11"/>
          <a:stretch>
            <a:fillRect/>
          </a:stretch>
        </p:blipFill>
        <p:spPr>
          <a:xfrm>
            <a:off x="292778" y="2068417"/>
            <a:ext cx="1343770" cy="2338826"/>
          </a:xfrm>
          <a:prstGeom prst="rect">
            <a:avLst/>
          </a:prstGeom>
        </p:spPr>
      </p:pic>
      <p:pic>
        <p:nvPicPr>
          <p:cNvPr id="18" name="Original green-black-gold headphones."/>
          <p:cNvPicPr/>
          <p:nvPr/>
        </p:nvPicPr>
        <p:blipFill>
          <a:blip r:embed="rId6"/>
          <a:stretch>
            <a:fillRect/>
          </a:stretch>
        </p:blipFill>
        <p:spPr>
          <a:xfrm>
            <a:off x="878254" y="1331956"/>
            <a:ext cx="911708" cy="813683"/>
          </a:xfrm>
          <a:prstGeom prst="rect">
            <a:avLst/>
          </a:prstGeom>
        </p:spPr>
      </p:pic>
      <p:pic>
        <p:nvPicPr>
          <p:cNvPr id="19" name="Original bulb and pale sticker backing."/>
          <p:cNvPicPr/>
          <p:nvPr/>
        </p:nvPicPr>
        <p:blipFill>
          <a:blip r:embed="rId9"/>
          <a:stretch>
            <a:fillRect/>
          </a:stretch>
        </p:blipFill>
        <p:spPr>
          <a:xfrm>
            <a:off x="10679534" y="1534870"/>
            <a:ext cx="917115" cy="947947"/>
          </a:xfrm>
          <a:prstGeom prst="rect">
            <a:avLst/>
          </a:prstGeom>
        </p:spPr>
      </p:pic>
      <p:pic>
        <p:nvPicPr>
          <p:cNvPr id="20" name="Original ornate gold/green scroll backing and pale landscape; all source wording removed for native text."/>
          <p:cNvPicPr/>
          <p:nvPr/>
        </p:nvPicPr>
        <p:blipFill>
          <a:blip r:embed="rId12"/>
          <a:stretch>
            <a:fillRect/>
          </a:stretch>
        </p:blipFill>
        <p:spPr>
          <a:xfrm>
            <a:off x="167310" y="4134651"/>
            <a:ext cx="6342762" cy="2324200"/>
          </a:xfrm>
          <a:prstGeom prst="rect">
            <a:avLst/>
          </a:prstGeom>
        </p:spPr>
      </p:pic>
      <p:pic>
        <p:nvPicPr>
          <p:cNvPr id="21" name="Original yellow pointed title underline brush sweep."/>
          <p:cNvPicPr/>
          <p:nvPr/>
        </p:nvPicPr>
        <p:blipFill>
          <a:blip r:embed="rId14"/>
          <a:stretch>
            <a:fillRect/>
          </a:stretch>
        </p:blipFill>
        <p:spPr>
          <a:xfrm>
            <a:off x="5115493" y="610269"/>
            <a:ext cx="2721819" cy="547326"/>
          </a:xfrm>
          <a:prstGeom prst="rect">
            <a:avLst/>
          </a:prstGeom>
        </p:spPr>
      </p:pic>
      <p:pic>
        <p:nvPicPr>
          <p:cNvPr id="22" name="Original yellow proverb underline brush sweep."/>
          <p:cNvPicPr/>
          <p:nvPr/>
        </p:nvPicPr>
        <p:blipFill>
          <a:blip r:embed="rId15"/>
          <a:stretch>
            <a:fillRect/>
          </a:stretch>
        </p:blipFill>
        <p:spPr>
          <a:xfrm>
            <a:off x="2005378" y="5731964"/>
            <a:ext cx="3065982" cy="388425"/>
          </a:xfrm>
          <a:prstGeom prst="rect">
            <a:avLst/>
          </a:prstGeom>
        </p:spPr>
      </p:pic>
      <p:pic>
        <p:nvPicPr>
          <p:cNvPr id="23" name="Original boy thinking at desk with open book, book stack and green question mark."/>
          <p:cNvPicPr/>
          <p:nvPr/>
        </p:nvPicPr>
        <p:blipFill>
          <a:blip r:embed="rId13"/>
          <a:stretch>
            <a:fillRect/>
          </a:stretch>
        </p:blipFill>
        <p:spPr>
          <a:xfrm>
            <a:off x="8466764" y="4047234"/>
            <a:ext cx="3871007" cy="2991629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368316" y="233982"/>
            <a:ext cx="3201859" cy="6978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2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五、古今联结，</a:t>
            </a:r>
            <a:endParaRPr lang="zh-CN" sz="3520"/>
          </a:p>
        </p:txBody>
      </p:sp>
      <p:sp>
        <p:nvSpPr>
          <p:cNvPr id="25" name="TextBox 25"/>
          <p:cNvSpPr txBox="1"/>
          <p:nvPr/>
        </p:nvSpPr>
        <p:spPr>
          <a:xfrm>
            <a:off x="4624908" y="110834"/>
            <a:ext cx="2408236" cy="7662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500" b="1">
                <a:solidFill>
                  <a:srgbClr val="FFE4A5"/>
                </a:solidFill>
                <a:latin typeface="KaiTi"/>
                <a:ea typeface="KaiTi"/>
                <a:cs typeface="KaiTi"/>
              </a:rPr>
              <a:t>迁移运用</a:t>
            </a:r>
            <a:endParaRPr lang="zh-CN" sz="4500"/>
          </a:p>
        </p:txBody>
      </p:sp>
      <p:sp>
        <p:nvSpPr>
          <p:cNvPr id="26" name="TextBox 26"/>
          <p:cNvSpPr txBox="1"/>
          <p:nvPr/>
        </p:nvSpPr>
        <p:spPr>
          <a:xfrm>
            <a:off x="9687677" y="206616"/>
            <a:ext cx="1984058" cy="3968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3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基础教育精品课</a:t>
            </a:r>
            <a:endParaRPr lang="zh-CN" sz="2030"/>
          </a:p>
        </p:txBody>
      </p:sp>
      <p:sp>
        <p:nvSpPr>
          <p:cNvPr id="27" name="TextBox 27"/>
          <p:cNvSpPr txBox="1"/>
          <p:nvPr/>
        </p:nvSpPr>
        <p:spPr>
          <a:xfrm>
            <a:off x="1929326" y="1479150"/>
            <a:ext cx="1956692" cy="561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1. 听故事</a:t>
            </a:r>
            <a:endParaRPr lang="zh-CN" sz="3200"/>
          </a:p>
        </p:txBody>
      </p:sp>
      <p:sp>
        <p:nvSpPr>
          <p:cNvPr id="28" name="TextBox 28"/>
          <p:cNvSpPr txBox="1"/>
          <p:nvPr/>
        </p:nvSpPr>
        <p:spPr>
          <a:xfrm>
            <a:off x="7265758" y="1479150"/>
            <a:ext cx="2079840" cy="5610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2. 选情境</a:t>
            </a:r>
            <a:endParaRPr lang="zh-CN" sz="3200"/>
          </a:p>
        </p:txBody>
      </p:sp>
      <p:sp>
        <p:nvSpPr>
          <p:cNvPr id="29" name="TextBox 29"/>
          <p:cNvSpPr txBox="1"/>
          <p:nvPr/>
        </p:nvSpPr>
        <p:spPr>
          <a:xfrm>
            <a:off x="4132314" y="2423288"/>
            <a:ext cx="1970375" cy="492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30">
                <a:solidFill>
                  <a:srgbClr val="00482F"/>
                </a:solidFill>
                <a:latin typeface="KaiTi"/>
                <a:ea typeface="KaiTi"/>
                <a:cs typeface="KaiTi"/>
              </a:rPr>
              <a:t>魏征劝谏、</a:t>
            </a:r>
            <a:endParaRPr lang="zh-CN" sz="2630"/>
          </a:p>
        </p:txBody>
      </p:sp>
      <p:sp>
        <p:nvSpPr>
          <p:cNvPr id="30" name="TextBox 30"/>
          <p:cNvSpPr txBox="1"/>
          <p:nvPr/>
        </p:nvSpPr>
        <p:spPr>
          <a:xfrm>
            <a:off x="4132314" y="2943248"/>
            <a:ext cx="1970375" cy="492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30">
                <a:solidFill>
                  <a:srgbClr val="00482F"/>
                </a:solidFill>
                <a:latin typeface="KaiTi"/>
                <a:ea typeface="KaiTi"/>
                <a:cs typeface="KaiTi"/>
              </a:rPr>
              <a:t>唐太宗纳谏</a:t>
            </a:r>
            <a:endParaRPr lang="zh-CN" sz="2630"/>
          </a:p>
        </p:txBody>
      </p:sp>
      <p:sp>
        <p:nvSpPr>
          <p:cNvPr id="31" name="TextBox 31"/>
          <p:cNvSpPr txBox="1"/>
          <p:nvPr/>
        </p:nvSpPr>
        <p:spPr>
          <a:xfrm>
            <a:off x="4132314" y="3463208"/>
            <a:ext cx="1970375" cy="492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30">
                <a:solidFill>
                  <a:srgbClr val="00482F"/>
                </a:solidFill>
                <a:latin typeface="KaiTi"/>
                <a:ea typeface="KaiTi"/>
                <a:cs typeface="KaiTi"/>
              </a:rPr>
              <a:t>的故事。</a:t>
            </a:r>
            <a:endParaRPr lang="zh-CN" sz="2630"/>
          </a:p>
        </p:txBody>
      </p:sp>
      <p:sp>
        <p:nvSpPr>
          <p:cNvPr id="32" name="TextBox 32"/>
          <p:cNvSpPr txBox="1"/>
          <p:nvPr/>
        </p:nvSpPr>
        <p:spPr>
          <a:xfrm>
            <a:off x="2791365" y="4544178"/>
            <a:ext cx="1450415" cy="41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10">
                <a:solidFill>
                  <a:srgbClr val="00482F"/>
                </a:solidFill>
                <a:latin typeface="KaiTi"/>
                <a:ea typeface="KaiTi"/>
                <a:cs typeface="KaiTi"/>
              </a:rPr>
              <a:t>理解名言：</a:t>
            </a:r>
            <a:endParaRPr lang="zh-CN" sz="2010"/>
          </a:p>
        </p:txBody>
      </p:sp>
      <p:sp>
        <p:nvSpPr>
          <p:cNvPr id="33" name="TextBox 33"/>
          <p:cNvSpPr txBox="1"/>
          <p:nvPr/>
        </p:nvSpPr>
        <p:spPr>
          <a:xfrm>
            <a:off x="1901959" y="4886256"/>
            <a:ext cx="3133444" cy="574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50" b="1">
                <a:solidFill>
                  <a:srgbClr val="00482F"/>
                </a:solidFill>
                <a:latin typeface="KaiTi"/>
                <a:ea typeface="KaiTi"/>
                <a:cs typeface="KaiTi"/>
              </a:rPr>
              <a:t>良药苦口利于病</a:t>
            </a:r>
            <a:endParaRPr lang="zh-CN" sz="3250"/>
          </a:p>
        </p:txBody>
      </p:sp>
      <p:sp>
        <p:nvSpPr>
          <p:cNvPr id="34" name="TextBox 34"/>
          <p:cNvSpPr txBox="1"/>
          <p:nvPr/>
        </p:nvSpPr>
        <p:spPr>
          <a:xfrm>
            <a:off x="1901959" y="5378850"/>
            <a:ext cx="3133444" cy="574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50" b="1">
                <a:solidFill>
                  <a:srgbClr val="00482F"/>
                </a:solidFill>
                <a:latin typeface="KaiTi"/>
                <a:ea typeface="KaiTi"/>
                <a:cs typeface="KaiTi"/>
              </a:rPr>
              <a:t>忠言逆耳利于行</a:t>
            </a:r>
            <a:endParaRPr lang="zh-CN" sz="3250"/>
          </a:p>
        </p:txBody>
      </p:sp>
      <p:sp>
        <p:nvSpPr>
          <p:cNvPr id="35" name="TextBox 35"/>
          <p:cNvSpPr txBox="1"/>
          <p:nvPr/>
        </p:nvSpPr>
        <p:spPr>
          <a:xfrm>
            <a:off x="6868946" y="2491704"/>
            <a:ext cx="684158" cy="684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5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  <a:endParaRPr lang="zh-CN" sz="3500"/>
          </a:p>
        </p:txBody>
      </p:sp>
      <p:sp>
        <p:nvSpPr>
          <p:cNvPr id="36" name="TextBox 36"/>
          <p:cNvSpPr txBox="1"/>
          <p:nvPr/>
        </p:nvSpPr>
        <p:spPr>
          <a:xfrm>
            <a:off x="6868946" y="3476891"/>
            <a:ext cx="684158" cy="6841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5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  <a:endParaRPr lang="zh-CN" sz="3500"/>
          </a:p>
        </p:txBody>
      </p:sp>
      <p:sp>
        <p:nvSpPr>
          <p:cNvPr id="37" name="TextBox 37"/>
          <p:cNvSpPr txBox="1"/>
          <p:nvPr/>
        </p:nvSpPr>
        <p:spPr>
          <a:xfrm>
            <a:off x="7676253" y="2573803"/>
            <a:ext cx="3680770" cy="492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>
                <a:solidFill>
                  <a:srgbClr val="00482F"/>
                </a:solidFill>
                <a:latin typeface="KaiTi"/>
                <a:ea typeface="KaiTi"/>
                <a:cs typeface="KaiTi"/>
              </a:rPr>
              <a:t>弟弟准备横穿马路。</a:t>
            </a:r>
            <a:endParaRPr lang="zh-CN" sz="2200"/>
          </a:p>
        </p:txBody>
      </p:sp>
      <p:sp>
        <p:nvSpPr>
          <p:cNvPr id="38" name="TextBox 38"/>
          <p:cNvSpPr txBox="1"/>
          <p:nvPr/>
        </p:nvSpPr>
        <p:spPr>
          <a:xfrm>
            <a:off x="7676253" y="3490574"/>
            <a:ext cx="3776552" cy="4652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>
                <a:solidFill>
                  <a:srgbClr val="00482F"/>
                </a:solidFill>
                <a:latin typeface="KaiTi"/>
                <a:ea typeface="KaiTi"/>
                <a:cs typeface="KaiTi"/>
              </a:rPr>
              <a:t>表哥玩网络游戏一玩就是</a:t>
            </a:r>
            <a:endParaRPr lang="zh-CN" sz="2200"/>
          </a:p>
        </p:txBody>
      </p:sp>
      <p:sp>
        <p:nvSpPr>
          <p:cNvPr id="39" name="TextBox 39"/>
          <p:cNvSpPr txBox="1"/>
          <p:nvPr/>
        </p:nvSpPr>
        <p:spPr>
          <a:xfrm>
            <a:off x="7676253" y="3873703"/>
            <a:ext cx="2189306" cy="4652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>
                <a:solidFill>
                  <a:srgbClr val="00482F"/>
                </a:solidFill>
                <a:latin typeface="KaiTi"/>
                <a:ea typeface="KaiTi"/>
                <a:cs typeface="KaiTi"/>
              </a:rPr>
              <a:t>几个小时。</a:t>
            </a:r>
            <a:endParaRPr lang="zh-CN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9FBF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Broad pale green horizontal rough brush patch behind the callout, ordinary text and panel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5889065" y="2544820"/>
            <a:ext cx="5966335" cy="3041871"/>
          </a:xfrm>
          <a:prstGeom prst="rect">
            <a:avLst/>
          </a:prstGeom>
        </p:spPr>
      </p:pic>
      <p:pic>
        <p:nvPicPr>
          <p:cNvPr id="4" name="Original two children on sunlit path, exact faces, hair, clothing, microphones, poses, original photographic scene and rough paint mask. Picture remains independently replaceable."/>
          <p:cNvPicPr/>
          <p:nvPr/>
        </p:nvPicPr>
        <p:blipFill>
          <a:blip r:embed="rId2"/>
          <a:stretch>
            <a:fillRect/>
          </a:stretch>
        </p:blipFill>
        <p:spPr>
          <a:xfrm>
            <a:off x="75967" y="692359"/>
            <a:ext cx="6457160" cy="5604465"/>
          </a:xfrm>
          <a:prstGeom prst="rect">
            <a:avLst/>
          </a:prstGeom>
        </p:spPr>
      </p:pic>
      <p:pic>
        <p:nvPicPr>
          <p:cNvPr id="5" name="Original upper-left green foliage with yellow sprigs behind warning panel."/>
          <p:cNvPicPr/>
          <p:nvPr/>
        </p:nvPicPr>
        <p:blipFill>
          <a:blip r:embed="rId6"/>
          <a:stretch>
            <a:fillRect/>
          </a:stretch>
        </p:blipFill>
        <p:spPr>
          <a:xfrm>
            <a:off x="5952559" y="2004619"/>
            <a:ext cx="1930687" cy="1996933"/>
          </a:xfrm>
          <a:prstGeom prst="rect">
            <a:avLst/>
          </a:prstGeom>
        </p:spPr>
      </p:pic>
      <p:pic>
        <p:nvPicPr>
          <p:cNvPr id="6" name="Original lower-right green and yellow botanical sprigs; concealed center remains behind native warning panel."/>
          <p:cNvPicPr/>
          <p:nvPr/>
        </p:nvPicPr>
        <p:blipFill>
          <a:blip r:embed="rId7"/>
          <a:stretch>
            <a:fillRect/>
          </a:stretch>
        </p:blipFill>
        <p:spPr>
          <a:xfrm>
            <a:off x="9941421" y="3460381"/>
            <a:ext cx="2278826" cy="2097243"/>
          </a:xfrm>
          <a:prstGeom prst="rect">
            <a:avLst/>
          </a:prstGeom>
        </p:spPr>
      </p:pic>
      <p:pic>
        <p:nvPicPr>
          <p:cNvPr id="7" name="Small original three-leaf pale-green twig between photo, diagonal brush and callout; source-visible leaves and thin stems preser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5334217" y="4200756"/>
            <a:ext cx="1188013" cy="1298804"/>
          </a:xfrm>
          <a:prstGeom prst="rect">
            <a:avLst/>
          </a:prstGeom>
        </p:spPr>
      </p:pic>
      <p:pic>
        <p:nvPicPr>
          <p:cNvPr id="8" name="Original mint paper airplane and complete dashed looping flight trail; one source-faithful decorative picture."/>
          <p:cNvPicPr/>
          <p:nvPr/>
        </p:nvPicPr>
        <p:blipFill>
          <a:blip r:embed="rId9"/>
          <a:stretch>
            <a:fillRect/>
          </a:stretch>
        </p:blipFill>
        <p:spPr>
          <a:xfrm>
            <a:off x="7713508" y="1018653"/>
            <a:ext cx="3834970" cy="1517256"/>
          </a:xfrm>
          <a:prstGeom prst="rect">
            <a:avLst/>
          </a:prstGeom>
        </p:spPr>
      </p:pic>
      <p:pic>
        <p:nvPicPr>
          <p:cNvPr id="9" name="Original diagonal green brushstroke and adjoining translucent pale paint traces."/>
          <p:cNvPicPr/>
          <p:nvPr/>
        </p:nvPicPr>
        <p:blipFill>
          <a:blip r:embed="rId4"/>
          <a:stretch>
            <a:fillRect/>
          </a:stretch>
        </p:blipFill>
        <p:spPr>
          <a:xfrm>
            <a:off x="3918196" y="4895145"/>
            <a:ext cx="3673148" cy="1334497"/>
          </a:xfrm>
          <a:prstGeom prst="rect">
            <a:avLst/>
          </a:prstGeom>
        </p:spPr>
      </p:pic>
      <p:pic>
        <p:nvPicPr>
          <p:cNvPr id="10" name="Small green leaf and fine downward-right stem at left photograph edge."/>
          <p:cNvPicPr/>
          <p:nvPr/>
        </p:nvPicPr>
        <p:blipFill>
          <a:blip r:embed="rId5"/>
          <a:stretch>
            <a:fillRect/>
          </a:stretch>
        </p:blipFill>
        <p:spPr>
          <a:xfrm>
            <a:off x="165312" y="3841972"/>
            <a:ext cx="1067556" cy="635341"/>
          </a:xfrm>
          <a:prstGeom prst="rect">
            <a:avLst/>
          </a:prstGeom>
        </p:spPr>
      </p:pic>
      <p:sp>
        <p:nvSpPr>
          <p:cNvPr id="11" name="Roundrect 11"/>
          <p:cNvSpPr/>
          <p:nvPr/>
        </p:nvSpPr>
        <p:spPr>
          <a:xfrm>
            <a:off x="6445671" y="3009940"/>
            <a:ext cx="5130746" cy="1843862"/>
          </a:xfrm>
          <a:prstGeom prst="roundRect">
            <a:avLst>
              <a:gd name="adj" fmla="val 17787"/>
            </a:avLst>
          </a:prstGeom>
          <a:solidFill>
            <a:srgbClr val="FFE2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6518551" y="3090108"/>
            <a:ext cx="4984986" cy="1676238"/>
          </a:xfrm>
          <a:prstGeom prst="roundRect">
            <a:avLst>
              <a:gd name="adj" fmla="val 15217"/>
            </a:avLst>
          </a:prstGeom>
          <a:solidFill>
            <a:srgbClr val="FFF0EF"/>
          </a:solidFill>
          <a:ln w="26034">
            <a:solidFill>
              <a:srgbClr val="FF2525"/>
            </a:solidFill>
          </a:ln>
        </p:spPr>
        <p:txBody>
          <a:bodyPr/>
          <a:lstStyle/>
          <a:p/>
        </p:txBody>
      </p:sp>
      <p:pic>
        <p:nvPicPr>
          <p:cNvPr id="13" name="Two original orange/yellow emphasis rays above the warning panel."/>
          <p:cNvPicPr/>
          <p:nvPr/>
        </p:nvPicPr>
        <p:blipFill>
          <a:blip r:embed="rId10"/>
          <a:stretch>
            <a:fillRect/>
          </a:stretch>
        </p:blipFill>
        <p:spPr>
          <a:xfrm>
            <a:off x="10987709" y="2438231"/>
            <a:ext cx="747424" cy="759421"/>
          </a:xfrm>
          <a:prstGeom prst="rect">
            <a:avLst/>
          </a:prstGeom>
        </p:spPr>
      </p:pic>
      <p:sp>
        <p:nvSpPr>
          <p:cNvPr id="14" name="Rect 14"/>
          <p:cNvSpPr/>
          <p:nvPr/>
        </p:nvSpPr>
        <p:spPr>
          <a:xfrm>
            <a:off x="3087" y="0"/>
            <a:ext cx="12185522" cy="845407"/>
          </a:xfrm>
          <a:prstGeom prst="rect">
            <a:avLst/>
          </a:prstGeom>
          <a:solidFill>
            <a:srgbClr val="3C5C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3087" y="6136489"/>
            <a:ext cx="12185522" cy="721511"/>
          </a:xfrm>
          <a:prstGeom prst="rect">
            <a:avLst/>
          </a:prstGeom>
          <a:solidFill>
            <a:srgbClr val="3C5C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717979" y="306096"/>
            <a:ext cx="2200973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基础教育精品课</a:t>
            </a:r>
            <a:endParaRPr lang="zh-CN" sz="2350"/>
          </a:p>
        </p:txBody>
      </p:sp>
      <p:sp>
        <p:nvSpPr>
          <p:cNvPr id="17" name="TextBox 17"/>
          <p:cNvSpPr txBox="1"/>
          <p:nvPr/>
        </p:nvSpPr>
        <p:spPr>
          <a:xfrm>
            <a:off x="6744479" y="3490948"/>
            <a:ext cx="4518555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40" b="1">
                <a:solidFill>
                  <a:srgbClr val="CF1717"/>
                </a:solidFill>
                <a:latin typeface="Microsoft YaHei"/>
                <a:ea typeface="Microsoft YaHei"/>
                <a:cs typeface="Microsoft YaHei"/>
              </a:rPr>
              <a:t>遇交通危险，先确保自身安全，</a:t>
            </a:r>
            <a:endParaRPr lang="zh-CN" sz="2540"/>
          </a:p>
        </p:txBody>
      </p:sp>
      <p:sp>
        <p:nvSpPr>
          <p:cNvPr id="18" name="TextBox 18"/>
          <p:cNvSpPr txBox="1"/>
          <p:nvPr/>
        </p:nvSpPr>
        <p:spPr>
          <a:xfrm>
            <a:off x="6744479" y="3942803"/>
            <a:ext cx="2623677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40" b="1">
                <a:solidFill>
                  <a:srgbClr val="CF1717"/>
                </a:solidFill>
                <a:latin typeface="Microsoft YaHei"/>
                <a:ea typeface="Microsoft YaHei"/>
                <a:cs typeface="Microsoft YaHei"/>
              </a:rPr>
              <a:t>及时求助成年人。</a:t>
            </a:r>
            <a:endParaRPr lang="zh-CN" sz="25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