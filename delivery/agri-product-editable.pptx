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sunlit mountainous mulched farm after removing infographic fore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6731" y="0"/>
            <a:ext cx="12178234" cy="6858000"/>
          </a:xfrm>
          <a:prstGeom prst="rect">
            <a:avLst/>
          </a:prstGeom>
        </p:spPr>
      </p:pic>
      <p:sp>
        <p:nvSpPr>
          <p:cNvPr id="3" name="Roundrect 3"/>
          <p:cNvSpPr/>
          <p:nvPr/>
        </p:nvSpPr>
        <p:spPr>
          <a:xfrm>
            <a:off x="232658" y="983879"/>
            <a:ext cx="4110427" cy="3286884"/>
          </a:xfrm>
          <a:prstGeom prst="roundRect">
            <a:avLst>
              <a:gd name="adj" fmla="val 4656"/>
            </a:avLst>
          </a:prstGeom>
          <a:solidFill>
            <a:srgbClr val="F5FCF4"/>
          </a:solidFill>
          <a:ln w="10160">
            <a:solidFill>
              <a:srgbClr val="8EDDAB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8169281" y="706935"/>
            <a:ext cx="3833484" cy="1632510"/>
          </a:xfrm>
          <a:prstGeom prst="roundRect">
            <a:avLst>
              <a:gd name="adj" fmla="val 9375"/>
            </a:avLst>
          </a:prstGeom>
          <a:solidFill>
            <a:srgbClr val="F5FCF4"/>
          </a:solidFill>
          <a:ln w="10160">
            <a:solidFill>
              <a:srgbClr val="8EDDAB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8169281" y="2419613"/>
            <a:ext cx="3833484" cy="1880302"/>
          </a:xfrm>
          <a:prstGeom prst="roundRect">
            <a:avLst>
              <a:gd name="adj" fmla="val 8140"/>
            </a:avLst>
          </a:prstGeom>
          <a:solidFill>
            <a:srgbClr val="F5FCF4"/>
          </a:solidFill>
          <a:ln w="10160">
            <a:solidFill>
              <a:srgbClr val="8EDDAB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232658" y="4431099"/>
            <a:ext cx="4219747" cy="2128094"/>
          </a:xfrm>
          <a:prstGeom prst="roundRect">
            <a:avLst>
              <a:gd name="adj" fmla="val 7192"/>
            </a:avLst>
          </a:prstGeom>
          <a:solidFill>
            <a:srgbClr val="F5FCF4"/>
          </a:solidFill>
          <a:ln w="10160">
            <a:solidFill>
              <a:srgbClr val="8EDDAB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4466982" y="4431099"/>
            <a:ext cx="3272308" cy="2128094"/>
          </a:xfrm>
          <a:prstGeom prst="roundRect">
            <a:avLst>
              <a:gd name="adj" fmla="val 7192"/>
            </a:avLst>
          </a:prstGeom>
          <a:solidFill>
            <a:srgbClr val="F5FCF4"/>
          </a:solidFill>
          <a:ln w="10160">
            <a:solidFill>
              <a:srgbClr val="8EDDAB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7761154" y="4431099"/>
            <a:ext cx="4241611" cy="2128094"/>
          </a:xfrm>
          <a:prstGeom prst="roundRect">
            <a:avLst>
              <a:gd name="adj" fmla="val 7192"/>
            </a:avLst>
          </a:prstGeom>
          <a:solidFill>
            <a:srgbClr val="F5FCF4"/>
          </a:solidFill>
          <a:ln w="10160">
            <a:solidFill>
              <a:srgbClr val="8EDDAB"/>
            </a:solidFill>
          </a:ln>
        </p:spPr>
        <p:txBody>
          <a:bodyPr/>
          <a:lstStyle/>
          <a:p/>
        </p:txBody>
      </p:sp>
      <p:sp>
        <p:nvSpPr>
          <p:cNvPr id="9" name="Path 9"/>
          <p:cNvSpPr/>
          <p:nvPr/>
        </p:nvSpPr>
        <p:spPr>
          <a:xfrm>
            <a:off x="378418" y="211352"/>
            <a:ext cx="1960470" cy="45914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365" y="0"/>
                </a:moveTo>
                <a:lnTo>
                  <a:pt x="21600" y="0"/>
                </a:lnTo>
                <a:lnTo>
                  <a:pt x="2039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2A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ath 10"/>
          <p:cNvSpPr/>
          <p:nvPr/>
        </p:nvSpPr>
        <p:spPr>
          <a:xfrm>
            <a:off x="458586" y="211352"/>
            <a:ext cx="1800134" cy="45914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487" y="0"/>
                </a:moveTo>
                <a:lnTo>
                  <a:pt x="21600" y="0"/>
                </a:lnTo>
                <a:lnTo>
                  <a:pt x="2028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58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Path 11"/>
          <p:cNvSpPr/>
          <p:nvPr/>
        </p:nvSpPr>
        <p:spPr>
          <a:xfrm>
            <a:off x="2302448" y="218640"/>
            <a:ext cx="2375885" cy="46643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60" y="0"/>
                </a:moveTo>
                <a:lnTo>
                  <a:pt x="21600" y="0"/>
                </a:lnTo>
                <a:lnTo>
                  <a:pt x="2047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AF4"/>
          </a:solidFill>
          <a:ln w="8255">
            <a:solidFill>
              <a:srgbClr val="58BD8A"/>
            </a:solidFill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567906" y="1056759"/>
            <a:ext cx="102315" cy="364400"/>
          </a:xfrm>
          <a:prstGeom prst="rect">
            <a:avLst/>
          </a:prstGeom>
          <a:solidFill>
            <a:srgbClr val="00693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669128" y="1056759"/>
            <a:ext cx="102315" cy="364400"/>
          </a:xfrm>
          <a:prstGeom prst="rect">
            <a:avLst/>
          </a:prstGeom>
          <a:solidFill>
            <a:srgbClr val="00693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770350" y="1056759"/>
            <a:ext cx="102315" cy="364400"/>
          </a:xfrm>
          <a:prstGeom prst="rect">
            <a:avLst/>
          </a:prstGeom>
          <a:solidFill>
            <a:srgbClr val="00693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871572" y="1056759"/>
            <a:ext cx="102315" cy="364400"/>
          </a:xfrm>
          <a:prstGeom prst="rect">
            <a:avLst/>
          </a:prstGeom>
          <a:solidFill>
            <a:srgbClr val="00693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972794" y="1056759"/>
            <a:ext cx="102315" cy="364400"/>
          </a:xfrm>
          <a:prstGeom prst="rect">
            <a:avLst/>
          </a:prstGeom>
          <a:solidFill>
            <a:srgbClr val="046B39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1074017" y="1056759"/>
            <a:ext cx="102315" cy="364400"/>
          </a:xfrm>
          <a:prstGeom prst="rect">
            <a:avLst/>
          </a:prstGeom>
          <a:solidFill>
            <a:srgbClr val="0C703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1175239" y="1056759"/>
            <a:ext cx="102315" cy="364400"/>
          </a:xfrm>
          <a:prstGeom prst="rect">
            <a:avLst/>
          </a:prstGeom>
          <a:solidFill>
            <a:srgbClr val="13754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1276461" y="1056759"/>
            <a:ext cx="102315" cy="364400"/>
          </a:xfrm>
          <a:prstGeom prst="rect">
            <a:avLst/>
          </a:prstGeom>
          <a:solidFill>
            <a:srgbClr val="1B79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1377683" y="1056759"/>
            <a:ext cx="102315" cy="364400"/>
          </a:xfrm>
          <a:prstGeom prst="rect">
            <a:avLst/>
          </a:prstGeom>
          <a:solidFill>
            <a:srgbClr val="237E5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1478905" y="1056759"/>
            <a:ext cx="102315" cy="364400"/>
          </a:xfrm>
          <a:prstGeom prst="rect">
            <a:avLst/>
          </a:prstGeom>
          <a:solidFill>
            <a:srgbClr val="2B835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1580127" y="1056759"/>
            <a:ext cx="102315" cy="364400"/>
          </a:xfrm>
          <a:prstGeom prst="rect">
            <a:avLst/>
          </a:prstGeom>
          <a:solidFill>
            <a:srgbClr val="3387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1681349" y="1056759"/>
            <a:ext cx="102315" cy="364400"/>
          </a:xfrm>
          <a:prstGeom prst="rect">
            <a:avLst/>
          </a:prstGeom>
          <a:solidFill>
            <a:srgbClr val="3A8C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1782571" y="1056759"/>
            <a:ext cx="102315" cy="364400"/>
          </a:xfrm>
          <a:prstGeom prst="rect">
            <a:avLst/>
          </a:prstGeom>
          <a:solidFill>
            <a:srgbClr val="4291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1883793" y="1056759"/>
            <a:ext cx="102315" cy="364400"/>
          </a:xfrm>
          <a:prstGeom prst="rect">
            <a:avLst/>
          </a:prstGeom>
          <a:solidFill>
            <a:srgbClr val="4A957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1985016" y="1056759"/>
            <a:ext cx="102315" cy="364400"/>
          </a:xfrm>
          <a:prstGeom prst="rect">
            <a:avLst/>
          </a:prstGeom>
          <a:solidFill>
            <a:srgbClr val="529A76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2086238" y="1056759"/>
            <a:ext cx="102315" cy="364400"/>
          </a:xfrm>
          <a:prstGeom prst="rect">
            <a:avLst/>
          </a:prstGeom>
          <a:solidFill>
            <a:srgbClr val="599F7C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2187460" y="1056759"/>
            <a:ext cx="102315" cy="364400"/>
          </a:xfrm>
          <a:prstGeom prst="rect">
            <a:avLst/>
          </a:prstGeom>
          <a:solidFill>
            <a:srgbClr val="61A382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2288682" y="1056759"/>
            <a:ext cx="102315" cy="364400"/>
          </a:xfrm>
          <a:prstGeom prst="rect">
            <a:avLst/>
          </a:prstGeom>
          <a:solidFill>
            <a:srgbClr val="69A888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2389904" y="1056759"/>
            <a:ext cx="102315" cy="364400"/>
          </a:xfrm>
          <a:prstGeom prst="rect">
            <a:avLst/>
          </a:prstGeom>
          <a:solidFill>
            <a:srgbClr val="71AD8E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2491126" y="1056759"/>
            <a:ext cx="102315" cy="364400"/>
          </a:xfrm>
          <a:prstGeom prst="rect">
            <a:avLst/>
          </a:prstGeom>
          <a:solidFill>
            <a:srgbClr val="79B19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2592348" y="1056759"/>
            <a:ext cx="102315" cy="364400"/>
          </a:xfrm>
          <a:prstGeom prst="rect">
            <a:avLst/>
          </a:prstGeom>
          <a:solidFill>
            <a:srgbClr val="80B69B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2693570" y="1056759"/>
            <a:ext cx="102315" cy="364400"/>
          </a:xfrm>
          <a:prstGeom prst="rect">
            <a:avLst/>
          </a:prstGeom>
          <a:solidFill>
            <a:srgbClr val="88BBA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2794792" y="1056759"/>
            <a:ext cx="102315" cy="364400"/>
          </a:xfrm>
          <a:prstGeom prst="rect">
            <a:avLst/>
          </a:prstGeom>
          <a:solidFill>
            <a:srgbClr val="90BFA7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2896014" y="1056759"/>
            <a:ext cx="102315" cy="364400"/>
          </a:xfrm>
          <a:prstGeom prst="rect">
            <a:avLst/>
          </a:prstGeom>
          <a:solidFill>
            <a:srgbClr val="98C4A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2997237" y="1056759"/>
            <a:ext cx="102315" cy="364400"/>
          </a:xfrm>
          <a:prstGeom prst="rect">
            <a:avLst/>
          </a:prstGeom>
          <a:solidFill>
            <a:srgbClr val="9FC9B3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3098459" y="1056759"/>
            <a:ext cx="102315" cy="364400"/>
          </a:xfrm>
          <a:prstGeom prst="rect">
            <a:avLst/>
          </a:prstGeom>
          <a:solidFill>
            <a:srgbClr val="A7CDB9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3199681" y="1056759"/>
            <a:ext cx="102315" cy="364400"/>
          </a:xfrm>
          <a:prstGeom prst="rect">
            <a:avLst/>
          </a:prstGeom>
          <a:solidFill>
            <a:srgbClr val="AFD2BF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ect 39"/>
          <p:cNvSpPr/>
          <p:nvPr/>
        </p:nvSpPr>
        <p:spPr>
          <a:xfrm>
            <a:off x="3300903" y="1056759"/>
            <a:ext cx="102315" cy="364400"/>
          </a:xfrm>
          <a:prstGeom prst="rect">
            <a:avLst/>
          </a:prstGeom>
          <a:solidFill>
            <a:srgbClr val="B7D7C5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3402125" y="1056759"/>
            <a:ext cx="102315" cy="364400"/>
          </a:xfrm>
          <a:prstGeom prst="rect">
            <a:avLst/>
          </a:prstGeom>
          <a:solidFill>
            <a:srgbClr val="BFDBCB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3503347" y="1056759"/>
            <a:ext cx="102315" cy="364400"/>
          </a:xfrm>
          <a:prstGeom prst="rect">
            <a:avLst/>
          </a:prstGeom>
          <a:solidFill>
            <a:srgbClr val="C6E0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3604569" y="1056759"/>
            <a:ext cx="102315" cy="364400"/>
          </a:xfrm>
          <a:prstGeom prst="rect">
            <a:avLst/>
          </a:prstGeom>
          <a:solidFill>
            <a:srgbClr val="CEE5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3705791" y="1056759"/>
            <a:ext cx="102315" cy="364400"/>
          </a:xfrm>
          <a:prstGeom prst="rect">
            <a:avLst/>
          </a:prstGeom>
          <a:solidFill>
            <a:srgbClr val="D6E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3807013" y="1056759"/>
            <a:ext cx="102315" cy="364400"/>
          </a:xfrm>
          <a:prstGeom prst="rect">
            <a:avLst/>
          </a:prstGeom>
          <a:solidFill>
            <a:srgbClr val="DEEEE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3908235" y="1056759"/>
            <a:ext cx="102315" cy="364400"/>
          </a:xfrm>
          <a:prstGeom prst="rect">
            <a:avLst/>
          </a:prstGeom>
          <a:solidFill>
            <a:srgbClr val="E5F3EA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4009458" y="1056759"/>
            <a:ext cx="102315" cy="364400"/>
          </a:xfrm>
          <a:prstGeom prst="rect">
            <a:avLst/>
          </a:prstGeom>
          <a:solidFill>
            <a:srgbClr val="EDF7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4110680" y="1056759"/>
            <a:ext cx="102315" cy="364400"/>
          </a:xfrm>
          <a:prstGeom prst="rect">
            <a:avLst/>
          </a:prstGeom>
          <a:solidFill>
            <a:srgbClr val="F5F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8504529" y="779815"/>
            <a:ext cx="94622" cy="364400"/>
          </a:xfrm>
          <a:prstGeom prst="rect">
            <a:avLst/>
          </a:prstGeom>
          <a:solidFill>
            <a:srgbClr val="006936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8598058" y="779815"/>
            <a:ext cx="94622" cy="364400"/>
          </a:xfrm>
          <a:prstGeom prst="rect">
            <a:avLst/>
          </a:prstGeom>
          <a:solidFill>
            <a:srgbClr val="006936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8691587" y="779815"/>
            <a:ext cx="94622" cy="364400"/>
          </a:xfrm>
          <a:prstGeom prst="rect">
            <a:avLst/>
          </a:prstGeom>
          <a:solidFill>
            <a:srgbClr val="006936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8785116" y="779815"/>
            <a:ext cx="94622" cy="364400"/>
          </a:xfrm>
          <a:prstGeom prst="rect">
            <a:avLst/>
          </a:prstGeom>
          <a:solidFill>
            <a:srgbClr val="006936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8878646" y="779815"/>
            <a:ext cx="94622" cy="364400"/>
          </a:xfrm>
          <a:prstGeom prst="rect">
            <a:avLst/>
          </a:prstGeom>
          <a:solidFill>
            <a:srgbClr val="046B39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8972175" y="779815"/>
            <a:ext cx="94622" cy="364400"/>
          </a:xfrm>
          <a:prstGeom prst="rect">
            <a:avLst/>
          </a:prstGeom>
          <a:solidFill>
            <a:srgbClr val="0C703F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9065704" y="779815"/>
            <a:ext cx="94622" cy="364400"/>
          </a:xfrm>
          <a:prstGeom prst="rect">
            <a:avLst/>
          </a:prstGeom>
          <a:solidFill>
            <a:srgbClr val="137545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9159233" y="779815"/>
            <a:ext cx="94622" cy="364400"/>
          </a:xfrm>
          <a:prstGeom prst="rect">
            <a:avLst/>
          </a:prstGeom>
          <a:solidFill>
            <a:srgbClr val="1B79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9252763" y="779815"/>
            <a:ext cx="94622" cy="364400"/>
          </a:xfrm>
          <a:prstGeom prst="rect">
            <a:avLst/>
          </a:prstGeom>
          <a:solidFill>
            <a:srgbClr val="237E5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ect 57"/>
          <p:cNvSpPr/>
          <p:nvPr/>
        </p:nvSpPr>
        <p:spPr>
          <a:xfrm>
            <a:off x="9346292" y="779815"/>
            <a:ext cx="94622" cy="364400"/>
          </a:xfrm>
          <a:prstGeom prst="rect">
            <a:avLst/>
          </a:prstGeom>
          <a:solidFill>
            <a:srgbClr val="2B8358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9439821" y="779815"/>
            <a:ext cx="94622" cy="364400"/>
          </a:xfrm>
          <a:prstGeom prst="rect">
            <a:avLst/>
          </a:prstGeom>
          <a:solidFill>
            <a:srgbClr val="33875E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ect 59"/>
          <p:cNvSpPr/>
          <p:nvPr/>
        </p:nvSpPr>
        <p:spPr>
          <a:xfrm>
            <a:off x="9533350" y="779815"/>
            <a:ext cx="94622" cy="364400"/>
          </a:xfrm>
          <a:prstGeom prst="rect">
            <a:avLst/>
          </a:prstGeom>
          <a:solidFill>
            <a:srgbClr val="3A8C6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9626879" y="779815"/>
            <a:ext cx="94622" cy="364400"/>
          </a:xfrm>
          <a:prstGeom prst="rect">
            <a:avLst/>
          </a:prstGeom>
          <a:solidFill>
            <a:srgbClr val="42916A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Rect 61"/>
          <p:cNvSpPr/>
          <p:nvPr/>
        </p:nvSpPr>
        <p:spPr>
          <a:xfrm>
            <a:off x="9720409" y="779815"/>
            <a:ext cx="94622" cy="364400"/>
          </a:xfrm>
          <a:prstGeom prst="rect">
            <a:avLst/>
          </a:prstGeom>
          <a:solidFill>
            <a:srgbClr val="4A9570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9813938" y="779815"/>
            <a:ext cx="94622" cy="364400"/>
          </a:xfrm>
          <a:prstGeom prst="rect">
            <a:avLst/>
          </a:prstGeom>
          <a:solidFill>
            <a:srgbClr val="529A76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ect 63"/>
          <p:cNvSpPr/>
          <p:nvPr/>
        </p:nvSpPr>
        <p:spPr>
          <a:xfrm>
            <a:off x="9907467" y="779815"/>
            <a:ext cx="94622" cy="364400"/>
          </a:xfrm>
          <a:prstGeom prst="rect">
            <a:avLst/>
          </a:prstGeom>
          <a:solidFill>
            <a:srgbClr val="599F7C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10000996" y="779815"/>
            <a:ext cx="94622" cy="364400"/>
          </a:xfrm>
          <a:prstGeom prst="rect">
            <a:avLst/>
          </a:prstGeom>
          <a:solidFill>
            <a:srgbClr val="61A382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Rect 65"/>
          <p:cNvSpPr/>
          <p:nvPr/>
        </p:nvSpPr>
        <p:spPr>
          <a:xfrm>
            <a:off x="10094526" y="779815"/>
            <a:ext cx="94622" cy="364400"/>
          </a:xfrm>
          <a:prstGeom prst="rect">
            <a:avLst/>
          </a:prstGeom>
          <a:solidFill>
            <a:srgbClr val="69A888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Rect 66"/>
          <p:cNvSpPr/>
          <p:nvPr/>
        </p:nvSpPr>
        <p:spPr>
          <a:xfrm>
            <a:off x="10188055" y="779815"/>
            <a:ext cx="94622" cy="364400"/>
          </a:xfrm>
          <a:prstGeom prst="rect">
            <a:avLst/>
          </a:prstGeom>
          <a:solidFill>
            <a:srgbClr val="71AD8E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Rect 67"/>
          <p:cNvSpPr/>
          <p:nvPr/>
        </p:nvSpPr>
        <p:spPr>
          <a:xfrm>
            <a:off x="10281584" y="779815"/>
            <a:ext cx="94622" cy="364400"/>
          </a:xfrm>
          <a:prstGeom prst="rect">
            <a:avLst/>
          </a:prstGeom>
          <a:solidFill>
            <a:srgbClr val="79B19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10375113" y="779815"/>
            <a:ext cx="94622" cy="364400"/>
          </a:xfrm>
          <a:prstGeom prst="rect">
            <a:avLst/>
          </a:prstGeom>
          <a:solidFill>
            <a:srgbClr val="80B69B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10468642" y="779815"/>
            <a:ext cx="94622" cy="364400"/>
          </a:xfrm>
          <a:prstGeom prst="rect">
            <a:avLst/>
          </a:prstGeom>
          <a:solidFill>
            <a:srgbClr val="88BBA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10562172" y="779815"/>
            <a:ext cx="94622" cy="364400"/>
          </a:xfrm>
          <a:prstGeom prst="rect">
            <a:avLst/>
          </a:prstGeom>
          <a:solidFill>
            <a:srgbClr val="90BFA7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10655701" y="779815"/>
            <a:ext cx="94622" cy="364400"/>
          </a:xfrm>
          <a:prstGeom prst="rect">
            <a:avLst/>
          </a:prstGeom>
          <a:solidFill>
            <a:srgbClr val="98C4AD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10749230" y="779815"/>
            <a:ext cx="94622" cy="364400"/>
          </a:xfrm>
          <a:prstGeom prst="rect">
            <a:avLst/>
          </a:prstGeom>
          <a:solidFill>
            <a:srgbClr val="9FC9B3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Rect 73"/>
          <p:cNvSpPr/>
          <p:nvPr/>
        </p:nvSpPr>
        <p:spPr>
          <a:xfrm>
            <a:off x="10842759" y="779815"/>
            <a:ext cx="94622" cy="364400"/>
          </a:xfrm>
          <a:prstGeom prst="rect">
            <a:avLst/>
          </a:prstGeom>
          <a:solidFill>
            <a:srgbClr val="A7CDB9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Rect 74"/>
          <p:cNvSpPr/>
          <p:nvPr/>
        </p:nvSpPr>
        <p:spPr>
          <a:xfrm>
            <a:off x="10936289" y="779815"/>
            <a:ext cx="94622" cy="364400"/>
          </a:xfrm>
          <a:prstGeom prst="rect">
            <a:avLst/>
          </a:prstGeom>
          <a:solidFill>
            <a:srgbClr val="AFD2BF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Rect 75"/>
          <p:cNvSpPr/>
          <p:nvPr/>
        </p:nvSpPr>
        <p:spPr>
          <a:xfrm>
            <a:off x="11029818" y="779815"/>
            <a:ext cx="94622" cy="364400"/>
          </a:xfrm>
          <a:prstGeom prst="rect">
            <a:avLst/>
          </a:prstGeom>
          <a:solidFill>
            <a:srgbClr val="B7D7C5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Rect 76"/>
          <p:cNvSpPr/>
          <p:nvPr/>
        </p:nvSpPr>
        <p:spPr>
          <a:xfrm>
            <a:off x="11123347" y="779815"/>
            <a:ext cx="94622" cy="364400"/>
          </a:xfrm>
          <a:prstGeom prst="rect">
            <a:avLst/>
          </a:prstGeom>
          <a:solidFill>
            <a:srgbClr val="BFDBCB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Rect 77"/>
          <p:cNvSpPr/>
          <p:nvPr/>
        </p:nvSpPr>
        <p:spPr>
          <a:xfrm>
            <a:off x="11216876" y="779815"/>
            <a:ext cx="94622" cy="364400"/>
          </a:xfrm>
          <a:prstGeom prst="rect">
            <a:avLst/>
          </a:prstGeom>
          <a:solidFill>
            <a:srgbClr val="C6E0D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11310406" y="779815"/>
            <a:ext cx="94622" cy="364400"/>
          </a:xfrm>
          <a:prstGeom prst="rect">
            <a:avLst/>
          </a:prstGeom>
          <a:solidFill>
            <a:srgbClr val="CEE5D8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11403935" y="779815"/>
            <a:ext cx="94622" cy="364400"/>
          </a:xfrm>
          <a:prstGeom prst="rect">
            <a:avLst/>
          </a:prstGeom>
          <a:solidFill>
            <a:srgbClr val="D6E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11497464" y="779815"/>
            <a:ext cx="94622" cy="364400"/>
          </a:xfrm>
          <a:prstGeom prst="rect">
            <a:avLst/>
          </a:prstGeom>
          <a:solidFill>
            <a:srgbClr val="DEEEE4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Rect 81"/>
          <p:cNvSpPr/>
          <p:nvPr/>
        </p:nvSpPr>
        <p:spPr>
          <a:xfrm>
            <a:off x="11590993" y="779815"/>
            <a:ext cx="94622" cy="364400"/>
          </a:xfrm>
          <a:prstGeom prst="rect">
            <a:avLst/>
          </a:prstGeom>
          <a:solidFill>
            <a:srgbClr val="E5F3EA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Rect 82"/>
          <p:cNvSpPr/>
          <p:nvPr/>
        </p:nvSpPr>
        <p:spPr>
          <a:xfrm>
            <a:off x="11684522" y="779815"/>
            <a:ext cx="94622" cy="364400"/>
          </a:xfrm>
          <a:prstGeom prst="rect">
            <a:avLst/>
          </a:prstGeom>
          <a:solidFill>
            <a:srgbClr val="EDF7F0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Rect 83"/>
          <p:cNvSpPr/>
          <p:nvPr/>
        </p:nvSpPr>
        <p:spPr>
          <a:xfrm>
            <a:off x="11778052" y="779815"/>
            <a:ext cx="94622" cy="364400"/>
          </a:xfrm>
          <a:prstGeom prst="rect">
            <a:avLst/>
          </a:prstGeom>
          <a:solidFill>
            <a:srgbClr val="F5F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Rect 84"/>
          <p:cNvSpPr/>
          <p:nvPr/>
        </p:nvSpPr>
        <p:spPr>
          <a:xfrm>
            <a:off x="8504529" y="2492493"/>
            <a:ext cx="94622" cy="364400"/>
          </a:xfrm>
          <a:prstGeom prst="rect">
            <a:avLst/>
          </a:prstGeom>
          <a:solidFill>
            <a:srgbClr val="006936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Rect 85"/>
          <p:cNvSpPr/>
          <p:nvPr/>
        </p:nvSpPr>
        <p:spPr>
          <a:xfrm>
            <a:off x="8598058" y="2492493"/>
            <a:ext cx="94622" cy="364400"/>
          </a:xfrm>
          <a:prstGeom prst="rect">
            <a:avLst/>
          </a:prstGeom>
          <a:solidFill>
            <a:srgbClr val="006936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Rect 86"/>
          <p:cNvSpPr/>
          <p:nvPr/>
        </p:nvSpPr>
        <p:spPr>
          <a:xfrm>
            <a:off x="8691587" y="2492493"/>
            <a:ext cx="94622" cy="364400"/>
          </a:xfrm>
          <a:prstGeom prst="rect">
            <a:avLst/>
          </a:prstGeom>
          <a:solidFill>
            <a:srgbClr val="006936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Rect 87"/>
          <p:cNvSpPr/>
          <p:nvPr/>
        </p:nvSpPr>
        <p:spPr>
          <a:xfrm>
            <a:off x="8785116" y="2492493"/>
            <a:ext cx="94622" cy="364400"/>
          </a:xfrm>
          <a:prstGeom prst="rect">
            <a:avLst/>
          </a:prstGeom>
          <a:solidFill>
            <a:srgbClr val="006936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Rect 88"/>
          <p:cNvSpPr/>
          <p:nvPr/>
        </p:nvSpPr>
        <p:spPr>
          <a:xfrm>
            <a:off x="8878646" y="2492493"/>
            <a:ext cx="94622" cy="364400"/>
          </a:xfrm>
          <a:prstGeom prst="rect">
            <a:avLst/>
          </a:prstGeom>
          <a:solidFill>
            <a:srgbClr val="046B39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Rect 89"/>
          <p:cNvSpPr/>
          <p:nvPr/>
        </p:nvSpPr>
        <p:spPr>
          <a:xfrm>
            <a:off x="8972175" y="2492493"/>
            <a:ext cx="94622" cy="364400"/>
          </a:xfrm>
          <a:prstGeom prst="rect">
            <a:avLst/>
          </a:prstGeom>
          <a:solidFill>
            <a:srgbClr val="0C703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Rect 90"/>
          <p:cNvSpPr/>
          <p:nvPr/>
        </p:nvSpPr>
        <p:spPr>
          <a:xfrm>
            <a:off x="9065704" y="2492493"/>
            <a:ext cx="94622" cy="364400"/>
          </a:xfrm>
          <a:prstGeom prst="rect">
            <a:avLst/>
          </a:prstGeom>
          <a:solidFill>
            <a:srgbClr val="137545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Rect 91"/>
          <p:cNvSpPr/>
          <p:nvPr/>
        </p:nvSpPr>
        <p:spPr>
          <a:xfrm>
            <a:off x="9159233" y="2492493"/>
            <a:ext cx="94622" cy="364400"/>
          </a:xfrm>
          <a:prstGeom prst="rect">
            <a:avLst/>
          </a:prstGeom>
          <a:solidFill>
            <a:srgbClr val="1B79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Rect 92"/>
          <p:cNvSpPr/>
          <p:nvPr/>
        </p:nvSpPr>
        <p:spPr>
          <a:xfrm>
            <a:off x="9252763" y="2492493"/>
            <a:ext cx="94622" cy="364400"/>
          </a:xfrm>
          <a:prstGeom prst="rect">
            <a:avLst/>
          </a:prstGeom>
          <a:solidFill>
            <a:srgbClr val="237E51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Rect 93"/>
          <p:cNvSpPr/>
          <p:nvPr/>
        </p:nvSpPr>
        <p:spPr>
          <a:xfrm>
            <a:off x="9346292" y="2492493"/>
            <a:ext cx="94622" cy="364400"/>
          </a:xfrm>
          <a:prstGeom prst="rect">
            <a:avLst/>
          </a:prstGeom>
          <a:solidFill>
            <a:srgbClr val="2B8358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Rect 94"/>
          <p:cNvSpPr/>
          <p:nvPr/>
        </p:nvSpPr>
        <p:spPr>
          <a:xfrm>
            <a:off x="9439821" y="2492493"/>
            <a:ext cx="94622" cy="364400"/>
          </a:xfrm>
          <a:prstGeom prst="rect">
            <a:avLst/>
          </a:prstGeom>
          <a:solidFill>
            <a:srgbClr val="33875E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Rect 95"/>
          <p:cNvSpPr/>
          <p:nvPr/>
        </p:nvSpPr>
        <p:spPr>
          <a:xfrm>
            <a:off x="9533350" y="2492493"/>
            <a:ext cx="94622" cy="364400"/>
          </a:xfrm>
          <a:prstGeom prst="rect">
            <a:avLst/>
          </a:prstGeom>
          <a:solidFill>
            <a:srgbClr val="3A8C64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Rect 96"/>
          <p:cNvSpPr/>
          <p:nvPr/>
        </p:nvSpPr>
        <p:spPr>
          <a:xfrm>
            <a:off x="9626879" y="2492493"/>
            <a:ext cx="94622" cy="364400"/>
          </a:xfrm>
          <a:prstGeom prst="rect">
            <a:avLst/>
          </a:prstGeom>
          <a:solidFill>
            <a:srgbClr val="42916A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Rect 97"/>
          <p:cNvSpPr/>
          <p:nvPr/>
        </p:nvSpPr>
        <p:spPr>
          <a:xfrm>
            <a:off x="9720409" y="2492493"/>
            <a:ext cx="94622" cy="364400"/>
          </a:xfrm>
          <a:prstGeom prst="rect">
            <a:avLst/>
          </a:prstGeom>
          <a:solidFill>
            <a:srgbClr val="4A9570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Rect 98"/>
          <p:cNvSpPr/>
          <p:nvPr/>
        </p:nvSpPr>
        <p:spPr>
          <a:xfrm>
            <a:off x="9813938" y="2492493"/>
            <a:ext cx="94622" cy="364400"/>
          </a:xfrm>
          <a:prstGeom prst="rect">
            <a:avLst/>
          </a:prstGeom>
          <a:solidFill>
            <a:srgbClr val="529A76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Rect 99"/>
          <p:cNvSpPr/>
          <p:nvPr/>
        </p:nvSpPr>
        <p:spPr>
          <a:xfrm>
            <a:off x="9907467" y="2492493"/>
            <a:ext cx="94622" cy="364400"/>
          </a:xfrm>
          <a:prstGeom prst="rect">
            <a:avLst/>
          </a:prstGeom>
          <a:solidFill>
            <a:srgbClr val="599F7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Rect 100"/>
          <p:cNvSpPr/>
          <p:nvPr/>
        </p:nvSpPr>
        <p:spPr>
          <a:xfrm>
            <a:off x="10000996" y="2492493"/>
            <a:ext cx="94622" cy="364400"/>
          </a:xfrm>
          <a:prstGeom prst="rect">
            <a:avLst/>
          </a:prstGeom>
          <a:solidFill>
            <a:srgbClr val="61A3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Rect 101"/>
          <p:cNvSpPr/>
          <p:nvPr/>
        </p:nvSpPr>
        <p:spPr>
          <a:xfrm>
            <a:off x="10094526" y="2492493"/>
            <a:ext cx="94622" cy="364400"/>
          </a:xfrm>
          <a:prstGeom prst="rect">
            <a:avLst/>
          </a:prstGeom>
          <a:solidFill>
            <a:srgbClr val="69A8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Rect 102"/>
          <p:cNvSpPr/>
          <p:nvPr/>
        </p:nvSpPr>
        <p:spPr>
          <a:xfrm>
            <a:off x="10188055" y="2492493"/>
            <a:ext cx="94622" cy="364400"/>
          </a:xfrm>
          <a:prstGeom prst="rect">
            <a:avLst/>
          </a:prstGeom>
          <a:solidFill>
            <a:srgbClr val="71AD8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Rect 103"/>
          <p:cNvSpPr/>
          <p:nvPr/>
        </p:nvSpPr>
        <p:spPr>
          <a:xfrm>
            <a:off x="10281584" y="2492493"/>
            <a:ext cx="94622" cy="364400"/>
          </a:xfrm>
          <a:prstGeom prst="rect">
            <a:avLst/>
          </a:prstGeom>
          <a:solidFill>
            <a:srgbClr val="79B19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Rect 104"/>
          <p:cNvSpPr/>
          <p:nvPr/>
        </p:nvSpPr>
        <p:spPr>
          <a:xfrm>
            <a:off x="10375113" y="2492493"/>
            <a:ext cx="94622" cy="364400"/>
          </a:xfrm>
          <a:prstGeom prst="rect">
            <a:avLst/>
          </a:prstGeom>
          <a:solidFill>
            <a:srgbClr val="80B6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Rect 105"/>
          <p:cNvSpPr/>
          <p:nvPr/>
        </p:nvSpPr>
        <p:spPr>
          <a:xfrm>
            <a:off x="10468642" y="2492493"/>
            <a:ext cx="94622" cy="364400"/>
          </a:xfrm>
          <a:prstGeom prst="rect">
            <a:avLst/>
          </a:prstGeom>
          <a:solidFill>
            <a:srgbClr val="88BBA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Rect 106"/>
          <p:cNvSpPr/>
          <p:nvPr/>
        </p:nvSpPr>
        <p:spPr>
          <a:xfrm>
            <a:off x="10562172" y="2492493"/>
            <a:ext cx="94622" cy="364400"/>
          </a:xfrm>
          <a:prstGeom prst="rect">
            <a:avLst/>
          </a:prstGeom>
          <a:solidFill>
            <a:srgbClr val="90BFA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Rect 107"/>
          <p:cNvSpPr/>
          <p:nvPr/>
        </p:nvSpPr>
        <p:spPr>
          <a:xfrm>
            <a:off x="10655701" y="2492493"/>
            <a:ext cx="94622" cy="364400"/>
          </a:xfrm>
          <a:prstGeom prst="rect">
            <a:avLst/>
          </a:prstGeom>
          <a:solidFill>
            <a:srgbClr val="98C4A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Rect 108"/>
          <p:cNvSpPr/>
          <p:nvPr/>
        </p:nvSpPr>
        <p:spPr>
          <a:xfrm>
            <a:off x="10749230" y="2492493"/>
            <a:ext cx="94622" cy="364400"/>
          </a:xfrm>
          <a:prstGeom prst="rect">
            <a:avLst/>
          </a:prstGeom>
          <a:solidFill>
            <a:srgbClr val="9FC9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Rect 109"/>
          <p:cNvSpPr/>
          <p:nvPr/>
        </p:nvSpPr>
        <p:spPr>
          <a:xfrm>
            <a:off x="10842759" y="2492493"/>
            <a:ext cx="94622" cy="364400"/>
          </a:xfrm>
          <a:prstGeom prst="rect">
            <a:avLst/>
          </a:prstGeom>
          <a:solidFill>
            <a:srgbClr val="A7CDB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Rect 110"/>
          <p:cNvSpPr/>
          <p:nvPr/>
        </p:nvSpPr>
        <p:spPr>
          <a:xfrm>
            <a:off x="10936289" y="2492493"/>
            <a:ext cx="94622" cy="364400"/>
          </a:xfrm>
          <a:prstGeom prst="rect">
            <a:avLst/>
          </a:prstGeom>
          <a:solidFill>
            <a:srgbClr val="AFD2B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Rect 111"/>
          <p:cNvSpPr/>
          <p:nvPr/>
        </p:nvSpPr>
        <p:spPr>
          <a:xfrm>
            <a:off x="11029818" y="2492493"/>
            <a:ext cx="94622" cy="364400"/>
          </a:xfrm>
          <a:prstGeom prst="rect">
            <a:avLst/>
          </a:prstGeom>
          <a:solidFill>
            <a:srgbClr val="B7D7C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Rect 112"/>
          <p:cNvSpPr/>
          <p:nvPr/>
        </p:nvSpPr>
        <p:spPr>
          <a:xfrm>
            <a:off x="11123347" y="2492493"/>
            <a:ext cx="94622" cy="364400"/>
          </a:xfrm>
          <a:prstGeom prst="rect">
            <a:avLst/>
          </a:prstGeom>
          <a:solidFill>
            <a:srgbClr val="BFDBC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Rect 113"/>
          <p:cNvSpPr/>
          <p:nvPr/>
        </p:nvSpPr>
        <p:spPr>
          <a:xfrm>
            <a:off x="11216876" y="2492493"/>
            <a:ext cx="94622" cy="364400"/>
          </a:xfrm>
          <a:prstGeom prst="rect">
            <a:avLst/>
          </a:prstGeom>
          <a:solidFill>
            <a:srgbClr val="C6E0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Rect 114"/>
          <p:cNvSpPr/>
          <p:nvPr/>
        </p:nvSpPr>
        <p:spPr>
          <a:xfrm>
            <a:off x="11310406" y="2492493"/>
            <a:ext cx="94622" cy="364400"/>
          </a:xfrm>
          <a:prstGeom prst="rect">
            <a:avLst/>
          </a:prstGeom>
          <a:solidFill>
            <a:srgbClr val="CEE5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Rect 115"/>
          <p:cNvSpPr/>
          <p:nvPr/>
        </p:nvSpPr>
        <p:spPr>
          <a:xfrm>
            <a:off x="11403935" y="2492493"/>
            <a:ext cx="94622" cy="364400"/>
          </a:xfrm>
          <a:prstGeom prst="rect">
            <a:avLst/>
          </a:prstGeom>
          <a:solidFill>
            <a:srgbClr val="D6E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Rect 116"/>
          <p:cNvSpPr/>
          <p:nvPr/>
        </p:nvSpPr>
        <p:spPr>
          <a:xfrm>
            <a:off x="11497464" y="2492493"/>
            <a:ext cx="94622" cy="364400"/>
          </a:xfrm>
          <a:prstGeom prst="rect">
            <a:avLst/>
          </a:prstGeom>
          <a:solidFill>
            <a:srgbClr val="DEEEE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Rect 117"/>
          <p:cNvSpPr/>
          <p:nvPr/>
        </p:nvSpPr>
        <p:spPr>
          <a:xfrm>
            <a:off x="11590993" y="2492493"/>
            <a:ext cx="94622" cy="364400"/>
          </a:xfrm>
          <a:prstGeom prst="rect">
            <a:avLst/>
          </a:prstGeom>
          <a:solidFill>
            <a:srgbClr val="E5F3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Rect 118"/>
          <p:cNvSpPr/>
          <p:nvPr/>
        </p:nvSpPr>
        <p:spPr>
          <a:xfrm>
            <a:off x="11684522" y="2492493"/>
            <a:ext cx="94622" cy="364400"/>
          </a:xfrm>
          <a:prstGeom prst="rect">
            <a:avLst/>
          </a:prstGeom>
          <a:solidFill>
            <a:srgbClr val="EDF7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Rect 119"/>
          <p:cNvSpPr/>
          <p:nvPr/>
        </p:nvSpPr>
        <p:spPr>
          <a:xfrm>
            <a:off x="11778052" y="2492493"/>
            <a:ext cx="94622" cy="364400"/>
          </a:xfrm>
          <a:prstGeom prst="rect">
            <a:avLst/>
          </a:prstGeom>
          <a:solidFill>
            <a:srgbClr val="F5F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Rect 120"/>
          <p:cNvSpPr/>
          <p:nvPr/>
        </p:nvSpPr>
        <p:spPr>
          <a:xfrm>
            <a:off x="567906" y="4503979"/>
            <a:ext cx="105352" cy="364400"/>
          </a:xfrm>
          <a:prstGeom prst="rect">
            <a:avLst/>
          </a:prstGeom>
          <a:solidFill>
            <a:srgbClr val="00693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Rect 121"/>
          <p:cNvSpPr/>
          <p:nvPr/>
        </p:nvSpPr>
        <p:spPr>
          <a:xfrm>
            <a:off x="672165" y="4503979"/>
            <a:ext cx="105352" cy="364400"/>
          </a:xfrm>
          <a:prstGeom prst="rect">
            <a:avLst/>
          </a:prstGeom>
          <a:solidFill>
            <a:srgbClr val="00693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Rect 122"/>
          <p:cNvSpPr/>
          <p:nvPr/>
        </p:nvSpPr>
        <p:spPr>
          <a:xfrm>
            <a:off x="776424" y="4503979"/>
            <a:ext cx="105352" cy="364400"/>
          </a:xfrm>
          <a:prstGeom prst="rect">
            <a:avLst/>
          </a:prstGeom>
          <a:solidFill>
            <a:srgbClr val="00693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Rect 123"/>
          <p:cNvSpPr/>
          <p:nvPr/>
        </p:nvSpPr>
        <p:spPr>
          <a:xfrm>
            <a:off x="880682" y="4503979"/>
            <a:ext cx="105352" cy="364400"/>
          </a:xfrm>
          <a:prstGeom prst="rect">
            <a:avLst/>
          </a:prstGeom>
          <a:solidFill>
            <a:srgbClr val="00693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" name="Rect 124"/>
          <p:cNvSpPr/>
          <p:nvPr/>
        </p:nvSpPr>
        <p:spPr>
          <a:xfrm>
            <a:off x="984941" y="4503979"/>
            <a:ext cx="105352" cy="364400"/>
          </a:xfrm>
          <a:prstGeom prst="rect">
            <a:avLst/>
          </a:prstGeom>
          <a:solidFill>
            <a:srgbClr val="046B39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Rect 125"/>
          <p:cNvSpPr/>
          <p:nvPr/>
        </p:nvSpPr>
        <p:spPr>
          <a:xfrm>
            <a:off x="1089200" y="4503979"/>
            <a:ext cx="105352" cy="364400"/>
          </a:xfrm>
          <a:prstGeom prst="rect">
            <a:avLst/>
          </a:prstGeom>
          <a:solidFill>
            <a:srgbClr val="0C703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Rect 126"/>
          <p:cNvSpPr/>
          <p:nvPr/>
        </p:nvSpPr>
        <p:spPr>
          <a:xfrm>
            <a:off x="1193459" y="4503979"/>
            <a:ext cx="105352" cy="364400"/>
          </a:xfrm>
          <a:prstGeom prst="rect">
            <a:avLst/>
          </a:prstGeom>
          <a:solidFill>
            <a:srgbClr val="13754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Rect 127"/>
          <p:cNvSpPr/>
          <p:nvPr/>
        </p:nvSpPr>
        <p:spPr>
          <a:xfrm>
            <a:off x="1297717" y="4503979"/>
            <a:ext cx="105352" cy="364400"/>
          </a:xfrm>
          <a:prstGeom prst="rect">
            <a:avLst/>
          </a:prstGeom>
          <a:solidFill>
            <a:srgbClr val="1B79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" name="Rect 128"/>
          <p:cNvSpPr/>
          <p:nvPr/>
        </p:nvSpPr>
        <p:spPr>
          <a:xfrm>
            <a:off x="1401976" y="4503979"/>
            <a:ext cx="105352" cy="364400"/>
          </a:xfrm>
          <a:prstGeom prst="rect">
            <a:avLst/>
          </a:prstGeom>
          <a:solidFill>
            <a:srgbClr val="237E5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Rect 129"/>
          <p:cNvSpPr/>
          <p:nvPr/>
        </p:nvSpPr>
        <p:spPr>
          <a:xfrm>
            <a:off x="1506235" y="4503979"/>
            <a:ext cx="105352" cy="364400"/>
          </a:xfrm>
          <a:prstGeom prst="rect">
            <a:avLst/>
          </a:prstGeom>
          <a:solidFill>
            <a:srgbClr val="2B83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Rect 130"/>
          <p:cNvSpPr/>
          <p:nvPr/>
        </p:nvSpPr>
        <p:spPr>
          <a:xfrm>
            <a:off x="1610494" y="4503979"/>
            <a:ext cx="105352" cy="364400"/>
          </a:xfrm>
          <a:prstGeom prst="rect">
            <a:avLst/>
          </a:prstGeom>
          <a:solidFill>
            <a:srgbClr val="33875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Rect 131"/>
          <p:cNvSpPr/>
          <p:nvPr/>
        </p:nvSpPr>
        <p:spPr>
          <a:xfrm>
            <a:off x="1714752" y="4503979"/>
            <a:ext cx="105352" cy="364400"/>
          </a:xfrm>
          <a:prstGeom prst="rect">
            <a:avLst/>
          </a:prstGeom>
          <a:solidFill>
            <a:srgbClr val="3A8C6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Rect 132"/>
          <p:cNvSpPr/>
          <p:nvPr/>
        </p:nvSpPr>
        <p:spPr>
          <a:xfrm>
            <a:off x="1819011" y="4503979"/>
            <a:ext cx="105352" cy="364400"/>
          </a:xfrm>
          <a:prstGeom prst="rect">
            <a:avLst/>
          </a:prstGeom>
          <a:solidFill>
            <a:srgbClr val="4291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Rect 133"/>
          <p:cNvSpPr/>
          <p:nvPr/>
        </p:nvSpPr>
        <p:spPr>
          <a:xfrm>
            <a:off x="1923270" y="4503979"/>
            <a:ext cx="105352" cy="364400"/>
          </a:xfrm>
          <a:prstGeom prst="rect">
            <a:avLst/>
          </a:prstGeom>
          <a:solidFill>
            <a:srgbClr val="4A957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Rect 134"/>
          <p:cNvSpPr/>
          <p:nvPr/>
        </p:nvSpPr>
        <p:spPr>
          <a:xfrm>
            <a:off x="2027529" y="4503979"/>
            <a:ext cx="105352" cy="364400"/>
          </a:xfrm>
          <a:prstGeom prst="rect">
            <a:avLst/>
          </a:prstGeom>
          <a:solidFill>
            <a:srgbClr val="529A7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Rect 135"/>
          <p:cNvSpPr/>
          <p:nvPr/>
        </p:nvSpPr>
        <p:spPr>
          <a:xfrm>
            <a:off x="2131788" y="4503979"/>
            <a:ext cx="105352" cy="364400"/>
          </a:xfrm>
          <a:prstGeom prst="rect">
            <a:avLst/>
          </a:prstGeom>
          <a:solidFill>
            <a:srgbClr val="599F7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Rect 136"/>
          <p:cNvSpPr/>
          <p:nvPr/>
        </p:nvSpPr>
        <p:spPr>
          <a:xfrm>
            <a:off x="2236046" y="4503979"/>
            <a:ext cx="105352" cy="364400"/>
          </a:xfrm>
          <a:prstGeom prst="rect">
            <a:avLst/>
          </a:prstGeom>
          <a:solidFill>
            <a:srgbClr val="61A3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Rect 137"/>
          <p:cNvSpPr/>
          <p:nvPr/>
        </p:nvSpPr>
        <p:spPr>
          <a:xfrm>
            <a:off x="2340305" y="4503979"/>
            <a:ext cx="105352" cy="364400"/>
          </a:xfrm>
          <a:prstGeom prst="rect">
            <a:avLst/>
          </a:prstGeom>
          <a:solidFill>
            <a:srgbClr val="69A8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Rect 138"/>
          <p:cNvSpPr/>
          <p:nvPr/>
        </p:nvSpPr>
        <p:spPr>
          <a:xfrm>
            <a:off x="2444564" y="4503979"/>
            <a:ext cx="105352" cy="364400"/>
          </a:xfrm>
          <a:prstGeom prst="rect">
            <a:avLst/>
          </a:prstGeom>
          <a:solidFill>
            <a:srgbClr val="71AD8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Rect 139"/>
          <p:cNvSpPr/>
          <p:nvPr/>
        </p:nvSpPr>
        <p:spPr>
          <a:xfrm>
            <a:off x="2548823" y="4503979"/>
            <a:ext cx="105352" cy="364400"/>
          </a:xfrm>
          <a:prstGeom prst="rect">
            <a:avLst/>
          </a:prstGeom>
          <a:solidFill>
            <a:srgbClr val="79B19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Rect 140"/>
          <p:cNvSpPr/>
          <p:nvPr/>
        </p:nvSpPr>
        <p:spPr>
          <a:xfrm>
            <a:off x="2653081" y="4503979"/>
            <a:ext cx="105352" cy="364400"/>
          </a:xfrm>
          <a:prstGeom prst="rect">
            <a:avLst/>
          </a:prstGeom>
          <a:solidFill>
            <a:srgbClr val="80B6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Rect 141"/>
          <p:cNvSpPr/>
          <p:nvPr/>
        </p:nvSpPr>
        <p:spPr>
          <a:xfrm>
            <a:off x="2757340" y="4503979"/>
            <a:ext cx="105352" cy="364400"/>
          </a:xfrm>
          <a:prstGeom prst="rect">
            <a:avLst/>
          </a:prstGeom>
          <a:solidFill>
            <a:srgbClr val="88BBA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Rect 142"/>
          <p:cNvSpPr/>
          <p:nvPr/>
        </p:nvSpPr>
        <p:spPr>
          <a:xfrm>
            <a:off x="2861599" y="4503979"/>
            <a:ext cx="105352" cy="364400"/>
          </a:xfrm>
          <a:prstGeom prst="rect">
            <a:avLst/>
          </a:prstGeom>
          <a:solidFill>
            <a:srgbClr val="90BFA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Rect 143"/>
          <p:cNvSpPr/>
          <p:nvPr/>
        </p:nvSpPr>
        <p:spPr>
          <a:xfrm>
            <a:off x="2965858" y="4503979"/>
            <a:ext cx="105352" cy="364400"/>
          </a:xfrm>
          <a:prstGeom prst="rect">
            <a:avLst/>
          </a:prstGeom>
          <a:solidFill>
            <a:srgbClr val="98C4A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Rect 144"/>
          <p:cNvSpPr/>
          <p:nvPr/>
        </p:nvSpPr>
        <p:spPr>
          <a:xfrm>
            <a:off x="3070116" y="4503979"/>
            <a:ext cx="105352" cy="364400"/>
          </a:xfrm>
          <a:prstGeom prst="rect">
            <a:avLst/>
          </a:prstGeom>
          <a:solidFill>
            <a:srgbClr val="9FC9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Rect 145"/>
          <p:cNvSpPr/>
          <p:nvPr/>
        </p:nvSpPr>
        <p:spPr>
          <a:xfrm>
            <a:off x="3174375" y="4503979"/>
            <a:ext cx="105352" cy="364400"/>
          </a:xfrm>
          <a:prstGeom prst="rect">
            <a:avLst/>
          </a:prstGeom>
          <a:solidFill>
            <a:srgbClr val="A7CDB9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Rect 146"/>
          <p:cNvSpPr/>
          <p:nvPr/>
        </p:nvSpPr>
        <p:spPr>
          <a:xfrm>
            <a:off x="3278634" y="4503979"/>
            <a:ext cx="105352" cy="364400"/>
          </a:xfrm>
          <a:prstGeom prst="rect">
            <a:avLst/>
          </a:prstGeom>
          <a:solidFill>
            <a:srgbClr val="AFD2B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Rect 147"/>
          <p:cNvSpPr/>
          <p:nvPr/>
        </p:nvSpPr>
        <p:spPr>
          <a:xfrm>
            <a:off x="3382893" y="4503979"/>
            <a:ext cx="105352" cy="364400"/>
          </a:xfrm>
          <a:prstGeom prst="rect">
            <a:avLst/>
          </a:prstGeom>
          <a:solidFill>
            <a:srgbClr val="B7D7C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" name="Rect 148"/>
          <p:cNvSpPr/>
          <p:nvPr/>
        </p:nvSpPr>
        <p:spPr>
          <a:xfrm>
            <a:off x="3487152" y="4503979"/>
            <a:ext cx="105352" cy="364400"/>
          </a:xfrm>
          <a:prstGeom prst="rect">
            <a:avLst/>
          </a:prstGeom>
          <a:solidFill>
            <a:srgbClr val="BFDBC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" name="Rect 149"/>
          <p:cNvSpPr/>
          <p:nvPr/>
        </p:nvSpPr>
        <p:spPr>
          <a:xfrm>
            <a:off x="3591410" y="4503979"/>
            <a:ext cx="105352" cy="364400"/>
          </a:xfrm>
          <a:prstGeom prst="rect">
            <a:avLst/>
          </a:prstGeom>
          <a:solidFill>
            <a:srgbClr val="C6E0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Rect 150"/>
          <p:cNvSpPr/>
          <p:nvPr/>
        </p:nvSpPr>
        <p:spPr>
          <a:xfrm>
            <a:off x="3695669" y="4503979"/>
            <a:ext cx="105352" cy="364400"/>
          </a:xfrm>
          <a:prstGeom prst="rect">
            <a:avLst/>
          </a:prstGeom>
          <a:solidFill>
            <a:srgbClr val="CEE5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1" name="Rect 151"/>
          <p:cNvSpPr/>
          <p:nvPr/>
        </p:nvSpPr>
        <p:spPr>
          <a:xfrm>
            <a:off x="3799928" y="4503979"/>
            <a:ext cx="105352" cy="364400"/>
          </a:xfrm>
          <a:prstGeom prst="rect">
            <a:avLst/>
          </a:prstGeom>
          <a:solidFill>
            <a:srgbClr val="D6E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Rect 152"/>
          <p:cNvSpPr/>
          <p:nvPr/>
        </p:nvSpPr>
        <p:spPr>
          <a:xfrm>
            <a:off x="3904187" y="4503979"/>
            <a:ext cx="105352" cy="364400"/>
          </a:xfrm>
          <a:prstGeom prst="rect">
            <a:avLst/>
          </a:prstGeom>
          <a:solidFill>
            <a:srgbClr val="DEEEE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" name="Rect 153"/>
          <p:cNvSpPr/>
          <p:nvPr/>
        </p:nvSpPr>
        <p:spPr>
          <a:xfrm>
            <a:off x="4008445" y="4503979"/>
            <a:ext cx="105352" cy="364400"/>
          </a:xfrm>
          <a:prstGeom prst="rect">
            <a:avLst/>
          </a:prstGeom>
          <a:solidFill>
            <a:srgbClr val="E5F3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" name="Rect 154"/>
          <p:cNvSpPr/>
          <p:nvPr/>
        </p:nvSpPr>
        <p:spPr>
          <a:xfrm>
            <a:off x="4112704" y="4503979"/>
            <a:ext cx="105352" cy="364400"/>
          </a:xfrm>
          <a:prstGeom prst="rect">
            <a:avLst/>
          </a:prstGeom>
          <a:solidFill>
            <a:srgbClr val="EDF7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" name="Rect 155"/>
          <p:cNvSpPr/>
          <p:nvPr/>
        </p:nvSpPr>
        <p:spPr>
          <a:xfrm>
            <a:off x="4216963" y="4503979"/>
            <a:ext cx="105352" cy="364400"/>
          </a:xfrm>
          <a:prstGeom prst="rect">
            <a:avLst/>
          </a:prstGeom>
          <a:solidFill>
            <a:srgbClr val="F5F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" name="Rect 156"/>
          <p:cNvSpPr/>
          <p:nvPr/>
        </p:nvSpPr>
        <p:spPr>
          <a:xfrm>
            <a:off x="4802229" y="4503979"/>
            <a:ext cx="79034" cy="364400"/>
          </a:xfrm>
          <a:prstGeom prst="rect">
            <a:avLst/>
          </a:prstGeom>
          <a:solidFill>
            <a:srgbClr val="00693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" name="Rect 157"/>
          <p:cNvSpPr/>
          <p:nvPr/>
        </p:nvSpPr>
        <p:spPr>
          <a:xfrm>
            <a:off x="4880170" y="4503979"/>
            <a:ext cx="79034" cy="364400"/>
          </a:xfrm>
          <a:prstGeom prst="rect">
            <a:avLst/>
          </a:prstGeom>
          <a:solidFill>
            <a:srgbClr val="00693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Rect 158"/>
          <p:cNvSpPr/>
          <p:nvPr/>
        </p:nvSpPr>
        <p:spPr>
          <a:xfrm>
            <a:off x="4958111" y="4503979"/>
            <a:ext cx="79034" cy="364400"/>
          </a:xfrm>
          <a:prstGeom prst="rect">
            <a:avLst/>
          </a:prstGeom>
          <a:solidFill>
            <a:srgbClr val="00693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" name="Rect 159"/>
          <p:cNvSpPr/>
          <p:nvPr/>
        </p:nvSpPr>
        <p:spPr>
          <a:xfrm>
            <a:off x="5036052" y="4503979"/>
            <a:ext cx="79034" cy="364400"/>
          </a:xfrm>
          <a:prstGeom prst="rect">
            <a:avLst/>
          </a:prstGeom>
          <a:solidFill>
            <a:srgbClr val="00693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" name="Rect 160"/>
          <p:cNvSpPr/>
          <p:nvPr/>
        </p:nvSpPr>
        <p:spPr>
          <a:xfrm>
            <a:off x="5113993" y="4503979"/>
            <a:ext cx="79034" cy="364400"/>
          </a:xfrm>
          <a:prstGeom prst="rect">
            <a:avLst/>
          </a:prstGeom>
          <a:solidFill>
            <a:srgbClr val="046B39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" name="Rect 161"/>
          <p:cNvSpPr/>
          <p:nvPr/>
        </p:nvSpPr>
        <p:spPr>
          <a:xfrm>
            <a:off x="5191934" y="4503979"/>
            <a:ext cx="79034" cy="364400"/>
          </a:xfrm>
          <a:prstGeom prst="rect">
            <a:avLst/>
          </a:prstGeom>
          <a:solidFill>
            <a:srgbClr val="0C703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" name="Rect 162"/>
          <p:cNvSpPr/>
          <p:nvPr/>
        </p:nvSpPr>
        <p:spPr>
          <a:xfrm>
            <a:off x="5269875" y="4503979"/>
            <a:ext cx="79034" cy="364400"/>
          </a:xfrm>
          <a:prstGeom prst="rect">
            <a:avLst/>
          </a:prstGeom>
          <a:solidFill>
            <a:srgbClr val="13754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" name="Rect 163"/>
          <p:cNvSpPr/>
          <p:nvPr/>
        </p:nvSpPr>
        <p:spPr>
          <a:xfrm>
            <a:off x="5347816" y="4503979"/>
            <a:ext cx="79034" cy="364400"/>
          </a:xfrm>
          <a:prstGeom prst="rect">
            <a:avLst/>
          </a:prstGeom>
          <a:solidFill>
            <a:srgbClr val="1B79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Rect 164"/>
          <p:cNvSpPr/>
          <p:nvPr/>
        </p:nvSpPr>
        <p:spPr>
          <a:xfrm>
            <a:off x="5425757" y="4503979"/>
            <a:ext cx="79034" cy="364400"/>
          </a:xfrm>
          <a:prstGeom prst="rect">
            <a:avLst/>
          </a:prstGeom>
          <a:solidFill>
            <a:srgbClr val="237E5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Rect 165"/>
          <p:cNvSpPr/>
          <p:nvPr/>
        </p:nvSpPr>
        <p:spPr>
          <a:xfrm>
            <a:off x="5503698" y="4503979"/>
            <a:ext cx="79034" cy="364400"/>
          </a:xfrm>
          <a:prstGeom prst="rect">
            <a:avLst/>
          </a:prstGeom>
          <a:solidFill>
            <a:srgbClr val="2B83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" name="Rect 166"/>
          <p:cNvSpPr/>
          <p:nvPr/>
        </p:nvSpPr>
        <p:spPr>
          <a:xfrm>
            <a:off x="5581639" y="4503979"/>
            <a:ext cx="79034" cy="364400"/>
          </a:xfrm>
          <a:prstGeom prst="rect">
            <a:avLst/>
          </a:prstGeom>
          <a:solidFill>
            <a:srgbClr val="33875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" name="Rect 167"/>
          <p:cNvSpPr/>
          <p:nvPr/>
        </p:nvSpPr>
        <p:spPr>
          <a:xfrm>
            <a:off x="5659580" y="4503979"/>
            <a:ext cx="79034" cy="364400"/>
          </a:xfrm>
          <a:prstGeom prst="rect">
            <a:avLst/>
          </a:prstGeom>
          <a:solidFill>
            <a:srgbClr val="3A8C6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" name="Rect 168"/>
          <p:cNvSpPr/>
          <p:nvPr/>
        </p:nvSpPr>
        <p:spPr>
          <a:xfrm>
            <a:off x="5737521" y="4503979"/>
            <a:ext cx="79034" cy="364400"/>
          </a:xfrm>
          <a:prstGeom prst="rect">
            <a:avLst/>
          </a:prstGeom>
          <a:solidFill>
            <a:srgbClr val="4291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" name="Rect 169"/>
          <p:cNvSpPr/>
          <p:nvPr/>
        </p:nvSpPr>
        <p:spPr>
          <a:xfrm>
            <a:off x="5815462" y="4503979"/>
            <a:ext cx="79034" cy="364400"/>
          </a:xfrm>
          <a:prstGeom prst="rect">
            <a:avLst/>
          </a:prstGeom>
          <a:solidFill>
            <a:srgbClr val="4A957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" name="Rect 170"/>
          <p:cNvSpPr/>
          <p:nvPr/>
        </p:nvSpPr>
        <p:spPr>
          <a:xfrm>
            <a:off x="5893403" y="4503979"/>
            <a:ext cx="79034" cy="364400"/>
          </a:xfrm>
          <a:prstGeom prst="rect">
            <a:avLst/>
          </a:prstGeom>
          <a:solidFill>
            <a:srgbClr val="529A76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" name="Rect 171"/>
          <p:cNvSpPr/>
          <p:nvPr/>
        </p:nvSpPr>
        <p:spPr>
          <a:xfrm>
            <a:off x="5971344" y="4503979"/>
            <a:ext cx="79034" cy="364400"/>
          </a:xfrm>
          <a:prstGeom prst="rect">
            <a:avLst/>
          </a:prstGeom>
          <a:solidFill>
            <a:srgbClr val="599F7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" name="Rect 172"/>
          <p:cNvSpPr/>
          <p:nvPr/>
        </p:nvSpPr>
        <p:spPr>
          <a:xfrm>
            <a:off x="6049285" y="4503979"/>
            <a:ext cx="79034" cy="364400"/>
          </a:xfrm>
          <a:prstGeom prst="rect">
            <a:avLst/>
          </a:prstGeom>
          <a:solidFill>
            <a:srgbClr val="61A3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" name="Rect 173"/>
          <p:cNvSpPr/>
          <p:nvPr/>
        </p:nvSpPr>
        <p:spPr>
          <a:xfrm>
            <a:off x="6127226" y="4503979"/>
            <a:ext cx="79034" cy="364400"/>
          </a:xfrm>
          <a:prstGeom prst="rect">
            <a:avLst/>
          </a:prstGeom>
          <a:solidFill>
            <a:srgbClr val="69A8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" name="Rect 174"/>
          <p:cNvSpPr/>
          <p:nvPr/>
        </p:nvSpPr>
        <p:spPr>
          <a:xfrm>
            <a:off x="6205167" y="4503979"/>
            <a:ext cx="79034" cy="364400"/>
          </a:xfrm>
          <a:prstGeom prst="rect">
            <a:avLst/>
          </a:prstGeom>
          <a:solidFill>
            <a:srgbClr val="71AD8E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" name="Rect 175"/>
          <p:cNvSpPr/>
          <p:nvPr/>
        </p:nvSpPr>
        <p:spPr>
          <a:xfrm>
            <a:off x="6283108" y="4503979"/>
            <a:ext cx="79034" cy="364400"/>
          </a:xfrm>
          <a:prstGeom prst="rect">
            <a:avLst/>
          </a:prstGeom>
          <a:solidFill>
            <a:srgbClr val="79B19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" name="Rect 176"/>
          <p:cNvSpPr/>
          <p:nvPr/>
        </p:nvSpPr>
        <p:spPr>
          <a:xfrm>
            <a:off x="6361050" y="4503979"/>
            <a:ext cx="79034" cy="364400"/>
          </a:xfrm>
          <a:prstGeom prst="rect">
            <a:avLst/>
          </a:prstGeom>
          <a:solidFill>
            <a:srgbClr val="80B6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" name="Rect 177"/>
          <p:cNvSpPr/>
          <p:nvPr/>
        </p:nvSpPr>
        <p:spPr>
          <a:xfrm>
            <a:off x="6438991" y="4503979"/>
            <a:ext cx="79034" cy="364400"/>
          </a:xfrm>
          <a:prstGeom prst="rect">
            <a:avLst/>
          </a:prstGeom>
          <a:solidFill>
            <a:srgbClr val="88BBA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" name="Rect 178"/>
          <p:cNvSpPr/>
          <p:nvPr/>
        </p:nvSpPr>
        <p:spPr>
          <a:xfrm>
            <a:off x="6516932" y="4503979"/>
            <a:ext cx="79034" cy="364400"/>
          </a:xfrm>
          <a:prstGeom prst="rect">
            <a:avLst/>
          </a:prstGeom>
          <a:solidFill>
            <a:srgbClr val="90BFA7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" name="Rect 179"/>
          <p:cNvSpPr/>
          <p:nvPr/>
        </p:nvSpPr>
        <p:spPr>
          <a:xfrm>
            <a:off x="6594873" y="4503979"/>
            <a:ext cx="79034" cy="364400"/>
          </a:xfrm>
          <a:prstGeom prst="rect">
            <a:avLst/>
          </a:prstGeom>
          <a:solidFill>
            <a:srgbClr val="98C4A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" name="Rect 180"/>
          <p:cNvSpPr/>
          <p:nvPr/>
        </p:nvSpPr>
        <p:spPr>
          <a:xfrm>
            <a:off x="6672814" y="4503979"/>
            <a:ext cx="79034" cy="364400"/>
          </a:xfrm>
          <a:prstGeom prst="rect">
            <a:avLst/>
          </a:prstGeom>
          <a:solidFill>
            <a:srgbClr val="9FC9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" name="Rect 181"/>
          <p:cNvSpPr/>
          <p:nvPr/>
        </p:nvSpPr>
        <p:spPr>
          <a:xfrm>
            <a:off x="6750755" y="4503979"/>
            <a:ext cx="79034" cy="364400"/>
          </a:xfrm>
          <a:prstGeom prst="rect">
            <a:avLst/>
          </a:prstGeom>
          <a:solidFill>
            <a:srgbClr val="A7CDB9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" name="Rect 182"/>
          <p:cNvSpPr/>
          <p:nvPr/>
        </p:nvSpPr>
        <p:spPr>
          <a:xfrm>
            <a:off x="6828696" y="4503979"/>
            <a:ext cx="79034" cy="364400"/>
          </a:xfrm>
          <a:prstGeom prst="rect">
            <a:avLst/>
          </a:prstGeom>
          <a:solidFill>
            <a:srgbClr val="AFD2B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" name="Rect 183"/>
          <p:cNvSpPr/>
          <p:nvPr/>
        </p:nvSpPr>
        <p:spPr>
          <a:xfrm>
            <a:off x="6906637" y="4503979"/>
            <a:ext cx="79034" cy="364400"/>
          </a:xfrm>
          <a:prstGeom prst="rect">
            <a:avLst/>
          </a:prstGeom>
          <a:solidFill>
            <a:srgbClr val="B7D7C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" name="Rect 184"/>
          <p:cNvSpPr/>
          <p:nvPr/>
        </p:nvSpPr>
        <p:spPr>
          <a:xfrm>
            <a:off x="6984578" y="4503979"/>
            <a:ext cx="79034" cy="364400"/>
          </a:xfrm>
          <a:prstGeom prst="rect">
            <a:avLst/>
          </a:prstGeom>
          <a:solidFill>
            <a:srgbClr val="BFDBC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" name="Rect 185"/>
          <p:cNvSpPr/>
          <p:nvPr/>
        </p:nvSpPr>
        <p:spPr>
          <a:xfrm>
            <a:off x="7062519" y="4503979"/>
            <a:ext cx="79034" cy="364400"/>
          </a:xfrm>
          <a:prstGeom prst="rect">
            <a:avLst/>
          </a:prstGeom>
          <a:solidFill>
            <a:srgbClr val="C6E0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" name="Rect 186"/>
          <p:cNvSpPr/>
          <p:nvPr/>
        </p:nvSpPr>
        <p:spPr>
          <a:xfrm>
            <a:off x="7140460" y="4503979"/>
            <a:ext cx="79034" cy="364400"/>
          </a:xfrm>
          <a:prstGeom prst="rect">
            <a:avLst/>
          </a:prstGeom>
          <a:solidFill>
            <a:srgbClr val="CEE5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" name="Rect 187"/>
          <p:cNvSpPr/>
          <p:nvPr/>
        </p:nvSpPr>
        <p:spPr>
          <a:xfrm>
            <a:off x="7218401" y="4503979"/>
            <a:ext cx="79034" cy="364400"/>
          </a:xfrm>
          <a:prstGeom prst="rect">
            <a:avLst/>
          </a:prstGeom>
          <a:solidFill>
            <a:srgbClr val="D6E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" name="Rect 188"/>
          <p:cNvSpPr/>
          <p:nvPr/>
        </p:nvSpPr>
        <p:spPr>
          <a:xfrm>
            <a:off x="7296342" y="4503979"/>
            <a:ext cx="79034" cy="364400"/>
          </a:xfrm>
          <a:prstGeom prst="rect">
            <a:avLst/>
          </a:prstGeom>
          <a:solidFill>
            <a:srgbClr val="DEEEE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" name="Rect 189"/>
          <p:cNvSpPr/>
          <p:nvPr/>
        </p:nvSpPr>
        <p:spPr>
          <a:xfrm>
            <a:off x="7374283" y="4503979"/>
            <a:ext cx="79034" cy="364400"/>
          </a:xfrm>
          <a:prstGeom prst="rect">
            <a:avLst/>
          </a:prstGeom>
          <a:solidFill>
            <a:srgbClr val="E5F3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" name="Rect 190"/>
          <p:cNvSpPr/>
          <p:nvPr/>
        </p:nvSpPr>
        <p:spPr>
          <a:xfrm>
            <a:off x="7452224" y="4503979"/>
            <a:ext cx="79034" cy="364400"/>
          </a:xfrm>
          <a:prstGeom prst="rect">
            <a:avLst/>
          </a:prstGeom>
          <a:solidFill>
            <a:srgbClr val="EDF7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" name="Rect 191"/>
          <p:cNvSpPr/>
          <p:nvPr/>
        </p:nvSpPr>
        <p:spPr>
          <a:xfrm>
            <a:off x="7530165" y="4503979"/>
            <a:ext cx="79034" cy="364400"/>
          </a:xfrm>
          <a:prstGeom prst="rect">
            <a:avLst/>
          </a:prstGeom>
          <a:solidFill>
            <a:srgbClr val="F5F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" name="Rect 192"/>
          <p:cNvSpPr/>
          <p:nvPr/>
        </p:nvSpPr>
        <p:spPr>
          <a:xfrm>
            <a:off x="8096401" y="4503979"/>
            <a:ext cx="105959" cy="364400"/>
          </a:xfrm>
          <a:prstGeom prst="rect">
            <a:avLst/>
          </a:prstGeom>
          <a:solidFill>
            <a:srgbClr val="00693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" name="Rect 193"/>
          <p:cNvSpPr/>
          <p:nvPr/>
        </p:nvSpPr>
        <p:spPr>
          <a:xfrm>
            <a:off x="8201267" y="4503979"/>
            <a:ext cx="105959" cy="364400"/>
          </a:xfrm>
          <a:prstGeom prst="rect">
            <a:avLst/>
          </a:prstGeom>
          <a:solidFill>
            <a:srgbClr val="00693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" name="Rect 194"/>
          <p:cNvSpPr/>
          <p:nvPr/>
        </p:nvSpPr>
        <p:spPr>
          <a:xfrm>
            <a:off x="8306133" y="4503979"/>
            <a:ext cx="105959" cy="364400"/>
          </a:xfrm>
          <a:prstGeom prst="rect">
            <a:avLst/>
          </a:prstGeom>
          <a:solidFill>
            <a:srgbClr val="00693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" name="Rect 195"/>
          <p:cNvSpPr/>
          <p:nvPr/>
        </p:nvSpPr>
        <p:spPr>
          <a:xfrm>
            <a:off x="8411000" y="4503979"/>
            <a:ext cx="105959" cy="364400"/>
          </a:xfrm>
          <a:prstGeom prst="rect">
            <a:avLst/>
          </a:prstGeom>
          <a:solidFill>
            <a:srgbClr val="00693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" name="Rect 196"/>
          <p:cNvSpPr/>
          <p:nvPr/>
        </p:nvSpPr>
        <p:spPr>
          <a:xfrm>
            <a:off x="8515866" y="4503979"/>
            <a:ext cx="105959" cy="364400"/>
          </a:xfrm>
          <a:prstGeom prst="rect">
            <a:avLst/>
          </a:prstGeom>
          <a:solidFill>
            <a:srgbClr val="046B39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" name="Rect 197"/>
          <p:cNvSpPr/>
          <p:nvPr/>
        </p:nvSpPr>
        <p:spPr>
          <a:xfrm>
            <a:off x="8620732" y="4503979"/>
            <a:ext cx="105959" cy="364400"/>
          </a:xfrm>
          <a:prstGeom prst="rect">
            <a:avLst/>
          </a:prstGeom>
          <a:solidFill>
            <a:srgbClr val="0C703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" name="Rect 198"/>
          <p:cNvSpPr/>
          <p:nvPr/>
        </p:nvSpPr>
        <p:spPr>
          <a:xfrm>
            <a:off x="8725598" y="4503979"/>
            <a:ext cx="105959" cy="364400"/>
          </a:xfrm>
          <a:prstGeom prst="rect">
            <a:avLst/>
          </a:prstGeom>
          <a:solidFill>
            <a:srgbClr val="13754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" name="Rect 199"/>
          <p:cNvSpPr/>
          <p:nvPr/>
        </p:nvSpPr>
        <p:spPr>
          <a:xfrm>
            <a:off x="8830464" y="4503979"/>
            <a:ext cx="105959" cy="364400"/>
          </a:xfrm>
          <a:prstGeom prst="rect">
            <a:avLst/>
          </a:prstGeom>
          <a:solidFill>
            <a:srgbClr val="1B79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" name="Rect 200"/>
          <p:cNvSpPr/>
          <p:nvPr/>
        </p:nvSpPr>
        <p:spPr>
          <a:xfrm>
            <a:off x="8935330" y="4503979"/>
            <a:ext cx="105959" cy="364400"/>
          </a:xfrm>
          <a:prstGeom prst="rect">
            <a:avLst/>
          </a:prstGeom>
          <a:solidFill>
            <a:srgbClr val="237E5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Rect 201"/>
          <p:cNvSpPr/>
          <p:nvPr/>
        </p:nvSpPr>
        <p:spPr>
          <a:xfrm>
            <a:off x="9040196" y="4503979"/>
            <a:ext cx="105959" cy="364400"/>
          </a:xfrm>
          <a:prstGeom prst="rect">
            <a:avLst/>
          </a:prstGeom>
          <a:solidFill>
            <a:srgbClr val="2B835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Rect 202"/>
          <p:cNvSpPr/>
          <p:nvPr/>
        </p:nvSpPr>
        <p:spPr>
          <a:xfrm>
            <a:off x="9145062" y="4503979"/>
            <a:ext cx="105959" cy="364400"/>
          </a:xfrm>
          <a:prstGeom prst="rect">
            <a:avLst/>
          </a:prstGeom>
          <a:solidFill>
            <a:srgbClr val="3387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Rect 203"/>
          <p:cNvSpPr/>
          <p:nvPr/>
        </p:nvSpPr>
        <p:spPr>
          <a:xfrm>
            <a:off x="9249928" y="4503979"/>
            <a:ext cx="105959" cy="364400"/>
          </a:xfrm>
          <a:prstGeom prst="rect">
            <a:avLst/>
          </a:prstGeom>
          <a:solidFill>
            <a:srgbClr val="3A8C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Rect 204"/>
          <p:cNvSpPr/>
          <p:nvPr/>
        </p:nvSpPr>
        <p:spPr>
          <a:xfrm>
            <a:off x="9354794" y="4503979"/>
            <a:ext cx="105959" cy="364400"/>
          </a:xfrm>
          <a:prstGeom prst="rect">
            <a:avLst/>
          </a:prstGeom>
          <a:solidFill>
            <a:srgbClr val="4291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Rect 205"/>
          <p:cNvSpPr/>
          <p:nvPr/>
        </p:nvSpPr>
        <p:spPr>
          <a:xfrm>
            <a:off x="9459661" y="4503979"/>
            <a:ext cx="105959" cy="364400"/>
          </a:xfrm>
          <a:prstGeom prst="rect">
            <a:avLst/>
          </a:prstGeom>
          <a:solidFill>
            <a:srgbClr val="4A957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Rect 206"/>
          <p:cNvSpPr/>
          <p:nvPr/>
        </p:nvSpPr>
        <p:spPr>
          <a:xfrm>
            <a:off x="9564527" y="4503979"/>
            <a:ext cx="105959" cy="364400"/>
          </a:xfrm>
          <a:prstGeom prst="rect">
            <a:avLst/>
          </a:prstGeom>
          <a:solidFill>
            <a:srgbClr val="529A7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Rect 207"/>
          <p:cNvSpPr/>
          <p:nvPr/>
        </p:nvSpPr>
        <p:spPr>
          <a:xfrm>
            <a:off x="9669393" y="4503979"/>
            <a:ext cx="105959" cy="364400"/>
          </a:xfrm>
          <a:prstGeom prst="rect">
            <a:avLst/>
          </a:prstGeom>
          <a:solidFill>
            <a:srgbClr val="599F7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8" name="Rect 208"/>
          <p:cNvSpPr/>
          <p:nvPr/>
        </p:nvSpPr>
        <p:spPr>
          <a:xfrm>
            <a:off x="9774259" y="4503979"/>
            <a:ext cx="105959" cy="364400"/>
          </a:xfrm>
          <a:prstGeom prst="rect">
            <a:avLst/>
          </a:prstGeom>
          <a:solidFill>
            <a:srgbClr val="61A382"/>
          </a:solidFill>
          <a:ln>
            <a:noFill/>
          </a:ln>
        </p:spPr>
        <p:txBody>
          <a:bodyPr/>
          <a:lstStyle/>
          <a:p/>
        </p:txBody>
      </p:sp>
      <p:sp>
        <p:nvSpPr>
          <p:cNvPr id="209" name="Rect 209"/>
          <p:cNvSpPr/>
          <p:nvPr/>
        </p:nvSpPr>
        <p:spPr>
          <a:xfrm>
            <a:off x="9879125" y="4503979"/>
            <a:ext cx="105959" cy="364400"/>
          </a:xfrm>
          <a:prstGeom prst="rect">
            <a:avLst/>
          </a:prstGeom>
          <a:solidFill>
            <a:srgbClr val="69A8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0" name="Rect 210"/>
          <p:cNvSpPr/>
          <p:nvPr/>
        </p:nvSpPr>
        <p:spPr>
          <a:xfrm>
            <a:off x="9983991" y="4503979"/>
            <a:ext cx="105959" cy="364400"/>
          </a:xfrm>
          <a:prstGeom prst="rect">
            <a:avLst/>
          </a:prstGeom>
          <a:solidFill>
            <a:srgbClr val="71AD8E"/>
          </a:solidFill>
          <a:ln>
            <a:noFill/>
          </a:ln>
        </p:spPr>
        <p:txBody>
          <a:bodyPr/>
          <a:lstStyle/>
          <a:p/>
        </p:txBody>
      </p:sp>
      <p:sp>
        <p:nvSpPr>
          <p:cNvPr id="211" name="Rect 211"/>
          <p:cNvSpPr/>
          <p:nvPr/>
        </p:nvSpPr>
        <p:spPr>
          <a:xfrm>
            <a:off x="10088857" y="4503979"/>
            <a:ext cx="105959" cy="364400"/>
          </a:xfrm>
          <a:prstGeom prst="rect">
            <a:avLst/>
          </a:prstGeom>
          <a:solidFill>
            <a:srgbClr val="79B194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Rect 212"/>
          <p:cNvSpPr/>
          <p:nvPr/>
        </p:nvSpPr>
        <p:spPr>
          <a:xfrm>
            <a:off x="10193723" y="4503979"/>
            <a:ext cx="105959" cy="364400"/>
          </a:xfrm>
          <a:prstGeom prst="rect">
            <a:avLst/>
          </a:prstGeom>
          <a:solidFill>
            <a:srgbClr val="80B69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3" name="Rect 213"/>
          <p:cNvSpPr/>
          <p:nvPr/>
        </p:nvSpPr>
        <p:spPr>
          <a:xfrm>
            <a:off x="10298589" y="4503979"/>
            <a:ext cx="105959" cy="364400"/>
          </a:xfrm>
          <a:prstGeom prst="rect">
            <a:avLst/>
          </a:prstGeom>
          <a:solidFill>
            <a:srgbClr val="88BBA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4" name="Rect 214"/>
          <p:cNvSpPr/>
          <p:nvPr/>
        </p:nvSpPr>
        <p:spPr>
          <a:xfrm>
            <a:off x="10403455" y="4503979"/>
            <a:ext cx="105959" cy="364400"/>
          </a:xfrm>
          <a:prstGeom prst="rect">
            <a:avLst/>
          </a:prstGeom>
          <a:solidFill>
            <a:srgbClr val="90BFA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5" name="Rect 215"/>
          <p:cNvSpPr/>
          <p:nvPr/>
        </p:nvSpPr>
        <p:spPr>
          <a:xfrm>
            <a:off x="10508322" y="4503979"/>
            <a:ext cx="105959" cy="364400"/>
          </a:xfrm>
          <a:prstGeom prst="rect">
            <a:avLst/>
          </a:prstGeom>
          <a:solidFill>
            <a:srgbClr val="98C4AD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" name="Rect 216"/>
          <p:cNvSpPr/>
          <p:nvPr/>
        </p:nvSpPr>
        <p:spPr>
          <a:xfrm>
            <a:off x="10613188" y="4503979"/>
            <a:ext cx="105959" cy="364400"/>
          </a:xfrm>
          <a:prstGeom prst="rect">
            <a:avLst/>
          </a:prstGeom>
          <a:solidFill>
            <a:srgbClr val="9FC9B3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" name="Rect 217"/>
          <p:cNvSpPr/>
          <p:nvPr/>
        </p:nvSpPr>
        <p:spPr>
          <a:xfrm>
            <a:off x="10718054" y="4503979"/>
            <a:ext cx="105959" cy="364400"/>
          </a:xfrm>
          <a:prstGeom prst="rect">
            <a:avLst/>
          </a:prstGeom>
          <a:solidFill>
            <a:srgbClr val="A7CDB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" name="Rect 218"/>
          <p:cNvSpPr/>
          <p:nvPr/>
        </p:nvSpPr>
        <p:spPr>
          <a:xfrm>
            <a:off x="10822920" y="4503979"/>
            <a:ext cx="105959" cy="364400"/>
          </a:xfrm>
          <a:prstGeom prst="rect">
            <a:avLst/>
          </a:prstGeom>
          <a:solidFill>
            <a:srgbClr val="AFD2B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" name="Rect 219"/>
          <p:cNvSpPr/>
          <p:nvPr/>
        </p:nvSpPr>
        <p:spPr>
          <a:xfrm>
            <a:off x="10927786" y="4503979"/>
            <a:ext cx="105959" cy="364400"/>
          </a:xfrm>
          <a:prstGeom prst="rect">
            <a:avLst/>
          </a:prstGeom>
          <a:solidFill>
            <a:srgbClr val="B7D7C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Rect 220"/>
          <p:cNvSpPr/>
          <p:nvPr/>
        </p:nvSpPr>
        <p:spPr>
          <a:xfrm>
            <a:off x="11032652" y="4503979"/>
            <a:ext cx="105959" cy="364400"/>
          </a:xfrm>
          <a:prstGeom prst="rect">
            <a:avLst/>
          </a:prstGeom>
          <a:solidFill>
            <a:srgbClr val="BFDBC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Rect 221"/>
          <p:cNvSpPr/>
          <p:nvPr/>
        </p:nvSpPr>
        <p:spPr>
          <a:xfrm>
            <a:off x="11137518" y="4503979"/>
            <a:ext cx="105959" cy="364400"/>
          </a:xfrm>
          <a:prstGeom prst="rect">
            <a:avLst/>
          </a:prstGeom>
          <a:solidFill>
            <a:srgbClr val="C6E0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Rect 222"/>
          <p:cNvSpPr/>
          <p:nvPr/>
        </p:nvSpPr>
        <p:spPr>
          <a:xfrm>
            <a:off x="11242384" y="4503979"/>
            <a:ext cx="105959" cy="364400"/>
          </a:xfrm>
          <a:prstGeom prst="rect">
            <a:avLst/>
          </a:prstGeom>
          <a:solidFill>
            <a:srgbClr val="CEE5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Rect 223"/>
          <p:cNvSpPr/>
          <p:nvPr/>
        </p:nvSpPr>
        <p:spPr>
          <a:xfrm>
            <a:off x="11347250" y="4503979"/>
            <a:ext cx="105959" cy="364400"/>
          </a:xfrm>
          <a:prstGeom prst="rect">
            <a:avLst/>
          </a:prstGeom>
          <a:solidFill>
            <a:srgbClr val="D6E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" name="Rect 224"/>
          <p:cNvSpPr/>
          <p:nvPr/>
        </p:nvSpPr>
        <p:spPr>
          <a:xfrm>
            <a:off x="11452116" y="4503979"/>
            <a:ext cx="105959" cy="364400"/>
          </a:xfrm>
          <a:prstGeom prst="rect">
            <a:avLst/>
          </a:prstGeom>
          <a:solidFill>
            <a:srgbClr val="DEEEE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" name="Rect 225"/>
          <p:cNvSpPr/>
          <p:nvPr/>
        </p:nvSpPr>
        <p:spPr>
          <a:xfrm>
            <a:off x="11556983" y="4503979"/>
            <a:ext cx="105959" cy="364400"/>
          </a:xfrm>
          <a:prstGeom prst="rect">
            <a:avLst/>
          </a:prstGeom>
          <a:solidFill>
            <a:srgbClr val="E5F3E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" name="Rect 226"/>
          <p:cNvSpPr/>
          <p:nvPr/>
        </p:nvSpPr>
        <p:spPr>
          <a:xfrm>
            <a:off x="11661849" y="4503979"/>
            <a:ext cx="105959" cy="364400"/>
          </a:xfrm>
          <a:prstGeom prst="rect">
            <a:avLst/>
          </a:prstGeom>
          <a:solidFill>
            <a:srgbClr val="EDF7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" name="Rect 227"/>
          <p:cNvSpPr/>
          <p:nvPr/>
        </p:nvSpPr>
        <p:spPr>
          <a:xfrm>
            <a:off x="11766715" y="4503979"/>
            <a:ext cx="105959" cy="364400"/>
          </a:xfrm>
          <a:prstGeom prst="rect">
            <a:avLst/>
          </a:prstGeom>
          <a:solidFill>
            <a:srgbClr val="F5FCF6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28" name="Original two decorative floating green leaves at upper right; source edge cropping retained."/>
          <p:cNvPicPr/>
          <p:nvPr/>
        </p:nvPicPr>
        <p:blipFill>
          <a:blip r:embed="rId3"/>
          <a:stretch>
            <a:fillRect/>
          </a:stretch>
        </p:blipFill>
        <p:spPr>
          <a:xfrm>
            <a:off x="11130982" y="-70637"/>
            <a:ext cx="1131374" cy="840922"/>
          </a:xfrm>
          <a:prstGeom prst="rect">
            <a:avLst/>
          </a:prstGeom>
        </p:spPr>
      </p:pic>
      <p:sp>
        <p:nvSpPr>
          <p:cNvPr id="229" name="Roundrect 229"/>
          <p:cNvSpPr/>
          <p:nvPr/>
        </p:nvSpPr>
        <p:spPr>
          <a:xfrm>
            <a:off x="8475377" y="1209807"/>
            <a:ext cx="1472174" cy="1027607"/>
          </a:xfrm>
          <a:prstGeom prst="roundRect">
            <a:avLst>
              <a:gd name="adj" fmla="val 8511"/>
            </a:avLst>
          </a:prstGeom>
          <a:solidFill>
            <a:srgbClr val="005E2B"/>
          </a:solidFill>
          <a:ln w="6350">
            <a:solidFill>
              <a:srgbClr val="3DA46C"/>
            </a:solidFill>
          </a:ln>
        </p:spPr>
        <p:txBody>
          <a:bodyPr/>
          <a:lstStyle/>
          <a:p/>
        </p:txBody>
      </p:sp>
      <p:sp>
        <p:nvSpPr>
          <p:cNvPr id="230" name="Roundrect 230"/>
          <p:cNvSpPr/>
          <p:nvPr/>
        </p:nvSpPr>
        <p:spPr>
          <a:xfrm>
            <a:off x="10326527" y="1209807"/>
            <a:ext cx="1472174" cy="1027607"/>
          </a:xfrm>
          <a:prstGeom prst="roundRect">
            <a:avLst>
              <a:gd name="adj" fmla="val 8511"/>
            </a:avLst>
          </a:prstGeom>
          <a:solidFill>
            <a:srgbClr val="005E2B"/>
          </a:solidFill>
          <a:ln w="6350">
            <a:solidFill>
              <a:srgbClr val="3DA46C"/>
            </a:solidFill>
          </a:ln>
        </p:spPr>
        <p:txBody>
          <a:bodyPr/>
          <a:lstStyle/>
          <a:p/>
        </p:txBody>
      </p:sp>
      <p:sp>
        <p:nvSpPr>
          <p:cNvPr id="231" name="Roundrect 231"/>
          <p:cNvSpPr/>
          <p:nvPr/>
        </p:nvSpPr>
        <p:spPr>
          <a:xfrm>
            <a:off x="8315041" y="2900621"/>
            <a:ext cx="1741830" cy="437279"/>
          </a:xfrm>
          <a:prstGeom prst="roundRect">
            <a:avLst>
              <a:gd name="adj" fmla="val 20000"/>
            </a:avLst>
          </a:prstGeom>
          <a:solidFill>
            <a:srgbClr val="287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" name="Roundrect 232"/>
          <p:cNvSpPr/>
          <p:nvPr/>
        </p:nvSpPr>
        <p:spPr>
          <a:xfrm>
            <a:off x="8315041" y="3439932"/>
            <a:ext cx="1741830" cy="743375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8255">
            <a:solidFill>
              <a:srgbClr val="FFBF1F"/>
            </a:solidFill>
          </a:ln>
        </p:spPr>
        <p:txBody>
          <a:bodyPr/>
          <a:lstStyle/>
          <a:p/>
        </p:txBody>
      </p:sp>
      <p:sp>
        <p:nvSpPr>
          <p:cNvPr id="233" name="Roundrect 233"/>
          <p:cNvSpPr/>
          <p:nvPr/>
        </p:nvSpPr>
        <p:spPr>
          <a:xfrm>
            <a:off x="10144327" y="3439932"/>
            <a:ext cx="1741830" cy="743375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8255">
            <a:solidFill>
              <a:srgbClr val="36B977"/>
            </a:solidFill>
          </a:ln>
        </p:spPr>
        <p:txBody>
          <a:bodyPr/>
          <a:lstStyle/>
          <a:p/>
        </p:txBody>
      </p:sp>
      <p:sp>
        <p:nvSpPr>
          <p:cNvPr id="234" name="Roundrect 234"/>
          <p:cNvSpPr/>
          <p:nvPr/>
        </p:nvSpPr>
        <p:spPr>
          <a:xfrm>
            <a:off x="371130" y="4999562"/>
            <a:ext cx="1924030" cy="1392006"/>
          </a:xfrm>
          <a:prstGeom prst="roundRect">
            <a:avLst>
              <a:gd name="adj" fmla="val 5759"/>
            </a:avLst>
          </a:prstGeom>
          <a:solidFill>
            <a:srgbClr val="FBFF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35" name="Roundrect 235"/>
          <p:cNvSpPr/>
          <p:nvPr/>
        </p:nvSpPr>
        <p:spPr>
          <a:xfrm>
            <a:off x="2389904" y="4999562"/>
            <a:ext cx="1924030" cy="1392006"/>
          </a:xfrm>
          <a:prstGeom prst="roundRect">
            <a:avLst>
              <a:gd name="adj" fmla="val 5759"/>
            </a:avLst>
          </a:prstGeom>
          <a:solidFill>
            <a:srgbClr val="FBFF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36" name="Path 236"/>
          <p:cNvSpPr/>
          <p:nvPr/>
        </p:nvSpPr>
        <p:spPr>
          <a:xfrm>
            <a:off x="10035007" y="3046380"/>
            <a:ext cx="72880" cy="14576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388A5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" name="Rect 237"/>
          <p:cNvSpPr/>
          <p:nvPr/>
        </p:nvSpPr>
        <p:spPr>
          <a:xfrm>
            <a:off x="8329617" y="3454508"/>
            <a:ext cx="1712678" cy="357112"/>
          </a:xfrm>
          <a:prstGeom prst="rect">
            <a:avLst/>
          </a:prstGeom>
          <a:solidFill>
            <a:srgbClr val="FFF2C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8" name="Rect 238"/>
          <p:cNvSpPr/>
          <p:nvPr/>
        </p:nvSpPr>
        <p:spPr>
          <a:xfrm>
            <a:off x="10158903" y="3454508"/>
            <a:ext cx="1712678" cy="357112"/>
          </a:xfrm>
          <a:prstGeom prst="rect">
            <a:avLst/>
          </a:prstGeom>
          <a:solidFill>
            <a:srgbClr val="E0F9E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9" name="Roundrect 239"/>
          <p:cNvSpPr/>
          <p:nvPr/>
        </p:nvSpPr>
        <p:spPr>
          <a:xfrm>
            <a:off x="371130" y="4999562"/>
            <a:ext cx="1924030" cy="269656"/>
          </a:xfrm>
          <a:prstGeom prst="roundRect">
            <a:avLst>
              <a:gd name="adj" fmla="val 29730"/>
            </a:avLst>
          </a:prstGeom>
          <a:solidFill>
            <a:srgbClr val="2C8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240" name="Roundrect 240"/>
          <p:cNvSpPr/>
          <p:nvPr/>
        </p:nvSpPr>
        <p:spPr>
          <a:xfrm>
            <a:off x="2389904" y="4999562"/>
            <a:ext cx="1924030" cy="269656"/>
          </a:xfrm>
          <a:prstGeom prst="roundRect">
            <a:avLst>
              <a:gd name="adj" fmla="val 29730"/>
            </a:avLst>
          </a:prstGeom>
          <a:solidFill>
            <a:srgbClr val="2C8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" name="Ellipse 241"/>
          <p:cNvSpPr/>
          <p:nvPr/>
        </p:nvSpPr>
        <p:spPr>
          <a:xfrm>
            <a:off x="2462784" y="393552"/>
            <a:ext cx="116608" cy="116608"/>
          </a:xfrm>
          <a:prstGeom prst="ellipse">
            <a:avLst/>
          </a:prstGeom>
          <a:solidFill>
            <a:srgbClr val="009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" name="Rect 242"/>
          <p:cNvSpPr/>
          <p:nvPr/>
        </p:nvSpPr>
        <p:spPr>
          <a:xfrm>
            <a:off x="371130" y="5130746"/>
            <a:ext cx="1924030" cy="138472"/>
          </a:xfrm>
          <a:prstGeom prst="rect">
            <a:avLst/>
          </a:prstGeom>
          <a:solidFill>
            <a:srgbClr val="2C8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243" name="Rect 243"/>
          <p:cNvSpPr/>
          <p:nvPr/>
        </p:nvSpPr>
        <p:spPr>
          <a:xfrm>
            <a:off x="2389904" y="5130746"/>
            <a:ext cx="1924030" cy="138472"/>
          </a:xfrm>
          <a:prstGeom prst="rect">
            <a:avLst/>
          </a:prstGeom>
          <a:solidFill>
            <a:srgbClr val="2C8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244" name="Roundrect 244"/>
          <p:cNvSpPr/>
          <p:nvPr/>
        </p:nvSpPr>
        <p:spPr>
          <a:xfrm>
            <a:off x="4598165" y="5939713"/>
            <a:ext cx="3002652" cy="532023"/>
          </a:xfrm>
          <a:prstGeom prst="roundRect">
            <a:avLst>
              <a:gd name="adj" fmla="val 16438"/>
            </a:avLst>
          </a:prstGeom>
          <a:solidFill>
            <a:srgbClr val="237B41"/>
          </a:solidFill>
          <a:ln w="6350">
            <a:solidFill>
              <a:srgbClr val="63BD72"/>
            </a:solidFill>
          </a:ln>
        </p:spPr>
        <p:txBody>
          <a:bodyPr/>
          <a:lstStyle/>
          <a:p/>
        </p:txBody>
      </p:sp>
      <p:sp>
        <p:nvSpPr>
          <p:cNvPr id="245" name="Roundrect 245"/>
          <p:cNvSpPr/>
          <p:nvPr/>
        </p:nvSpPr>
        <p:spPr>
          <a:xfrm>
            <a:off x="7899625" y="5939713"/>
            <a:ext cx="3971955" cy="532023"/>
          </a:xfrm>
          <a:prstGeom prst="roundRect">
            <a:avLst>
              <a:gd name="adj" fmla="val 17808"/>
            </a:avLst>
          </a:prstGeom>
          <a:solidFill>
            <a:srgbClr val="1C7E43"/>
          </a:solidFill>
          <a:ln w="6350">
            <a:solidFill>
              <a:srgbClr val="60BB76"/>
            </a:solidFill>
          </a:ln>
        </p:spPr>
        <p:txBody>
          <a:bodyPr/>
          <a:lstStyle/>
          <a:p/>
        </p:txBody>
      </p:sp>
      <p:sp>
        <p:nvSpPr>
          <p:cNvPr id="246" name="Line 246"/>
          <p:cNvSpPr/>
          <p:nvPr/>
        </p:nvSpPr>
        <p:spPr>
          <a:xfrm>
            <a:off x="1114505" y="3418068"/>
            <a:ext cx="43728" cy="0"/>
          </a:xfrm>
          <a:prstGeom prst="line">
            <a:avLst/>
          </a:prstGeom>
          <a:noFill/>
          <a:ln w="12700">
            <a:solidFill>
              <a:srgbClr val="24AA61"/>
            </a:solidFill>
            <a:tailEnd type="triangle"/>
          </a:ln>
        </p:spPr>
        <p:txBody>
          <a:bodyPr/>
          <a:lstStyle/>
          <a:p/>
        </p:txBody>
      </p:sp>
      <p:sp>
        <p:nvSpPr>
          <p:cNvPr id="247" name="Line 247"/>
          <p:cNvSpPr/>
          <p:nvPr/>
        </p:nvSpPr>
        <p:spPr>
          <a:xfrm>
            <a:off x="1923472" y="3418068"/>
            <a:ext cx="43728" cy="0"/>
          </a:xfrm>
          <a:prstGeom prst="line">
            <a:avLst/>
          </a:prstGeom>
          <a:noFill/>
          <a:ln w="12700">
            <a:solidFill>
              <a:srgbClr val="24AA61"/>
            </a:solidFill>
            <a:tailEnd type="triangle"/>
          </a:ln>
        </p:spPr>
        <p:txBody>
          <a:bodyPr/>
          <a:lstStyle/>
          <a:p/>
        </p:txBody>
      </p:sp>
      <p:sp>
        <p:nvSpPr>
          <p:cNvPr id="248" name="Line 248"/>
          <p:cNvSpPr/>
          <p:nvPr/>
        </p:nvSpPr>
        <p:spPr>
          <a:xfrm>
            <a:off x="2725152" y="3418068"/>
            <a:ext cx="43728" cy="0"/>
          </a:xfrm>
          <a:prstGeom prst="line">
            <a:avLst/>
          </a:prstGeom>
          <a:noFill/>
          <a:ln w="12700">
            <a:solidFill>
              <a:srgbClr val="24AA61"/>
            </a:solidFill>
            <a:tailEnd type="triangle"/>
          </a:ln>
        </p:spPr>
        <p:txBody>
          <a:bodyPr/>
          <a:lstStyle/>
          <a:p/>
        </p:txBody>
      </p:sp>
      <p:sp>
        <p:nvSpPr>
          <p:cNvPr id="249" name="Line 249"/>
          <p:cNvSpPr/>
          <p:nvPr/>
        </p:nvSpPr>
        <p:spPr>
          <a:xfrm>
            <a:off x="3526831" y="3418068"/>
            <a:ext cx="43728" cy="0"/>
          </a:xfrm>
          <a:prstGeom prst="line">
            <a:avLst/>
          </a:prstGeom>
          <a:noFill/>
          <a:ln w="12700">
            <a:solidFill>
              <a:srgbClr val="24AA61"/>
            </a:solidFill>
            <a:tailEnd type="triangle"/>
          </a:ln>
        </p:spPr>
        <p:txBody>
          <a:bodyPr/>
          <a:lstStyle/>
          <a:p/>
        </p:txBody>
      </p:sp>
      <p:sp>
        <p:nvSpPr>
          <p:cNvPr id="250" name="Path 250"/>
          <p:cNvSpPr/>
          <p:nvPr/>
        </p:nvSpPr>
        <p:spPr>
          <a:xfrm>
            <a:off x="5647636" y="4933970"/>
            <a:ext cx="903711" cy="90371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800" y="0"/>
                </a:moveTo>
                <a:cubicBezTo>
                  <a:pt x="15899" y="0"/>
                  <a:pt x="20304" y="3567"/>
                  <a:pt x="21364" y="8555"/>
                </a:cubicBezTo>
                <a:cubicBezTo>
                  <a:pt x="22424" y="13542"/>
                  <a:pt x="19851" y="18592"/>
                  <a:pt x="15193" y="20666"/>
                </a:cubicBezTo>
                <a:lnTo>
                  <a:pt x="13067" y="15892"/>
                </a:lnTo>
                <a:cubicBezTo>
                  <a:pt x="15472" y="14822"/>
                  <a:pt x="16800" y="12215"/>
                  <a:pt x="16252" y="9641"/>
                </a:cubicBezTo>
                <a:cubicBezTo>
                  <a:pt x="15705" y="7067"/>
                  <a:pt x="13432" y="5226"/>
                  <a:pt x="10800" y="5226"/>
                </a:cubicBezTo>
                <a:close/>
              </a:path>
            </a:pathLst>
          </a:custGeom>
          <a:solidFill>
            <a:srgbClr val="FFCE3C"/>
          </a:solidFill>
          <a:ln w="4445">
            <a:solidFill>
              <a:srgbClr val="F4FFF6"/>
            </a:solidFill>
          </a:ln>
        </p:spPr>
        <p:txBody>
          <a:bodyPr/>
          <a:lstStyle/>
          <a:p/>
        </p:txBody>
      </p:sp>
      <p:sp>
        <p:nvSpPr>
          <p:cNvPr id="251" name="Path 251"/>
          <p:cNvSpPr/>
          <p:nvPr/>
        </p:nvSpPr>
        <p:spPr>
          <a:xfrm>
            <a:off x="5647636" y="4933970"/>
            <a:ext cx="903711" cy="90371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5193" y="20666"/>
                </a:moveTo>
                <a:cubicBezTo>
                  <a:pt x="13810" y="21282"/>
                  <a:pt x="12314" y="21600"/>
                  <a:pt x="10800" y="21600"/>
                </a:cubicBezTo>
                <a:lnTo>
                  <a:pt x="10800" y="16374"/>
                </a:lnTo>
                <a:cubicBezTo>
                  <a:pt x="11581" y="16374"/>
                  <a:pt x="12354" y="16210"/>
                  <a:pt x="13067" y="15892"/>
                </a:cubicBezTo>
                <a:close/>
              </a:path>
            </a:pathLst>
          </a:custGeom>
          <a:solidFill>
            <a:srgbClr val="00A8EB"/>
          </a:solidFill>
          <a:ln w="4445">
            <a:solidFill>
              <a:srgbClr val="F4FFF6"/>
            </a:solidFill>
          </a:ln>
        </p:spPr>
        <p:txBody>
          <a:bodyPr/>
          <a:lstStyle/>
          <a:p/>
        </p:txBody>
      </p:sp>
      <p:sp>
        <p:nvSpPr>
          <p:cNvPr id="252" name="Path 252"/>
          <p:cNvSpPr/>
          <p:nvPr/>
        </p:nvSpPr>
        <p:spPr>
          <a:xfrm>
            <a:off x="5647636" y="4933970"/>
            <a:ext cx="903711" cy="90371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800" y="21600"/>
                </a:moveTo>
                <a:cubicBezTo>
                  <a:pt x="4835" y="21600"/>
                  <a:pt x="0" y="16765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lnTo>
                  <a:pt x="10800" y="5226"/>
                </a:lnTo>
                <a:cubicBezTo>
                  <a:pt x="7721" y="5226"/>
                  <a:pt x="5226" y="7721"/>
                  <a:pt x="5226" y="10800"/>
                </a:cubicBezTo>
                <a:cubicBezTo>
                  <a:pt x="5226" y="13879"/>
                  <a:pt x="7721" y="16374"/>
                  <a:pt x="10800" y="16374"/>
                </a:cubicBezTo>
                <a:close/>
              </a:path>
            </a:pathLst>
          </a:custGeom>
          <a:solidFill>
            <a:srgbClr val="04A99E"/>
          </a:solidFill>
          <a:ln w="4445">
            <a:solidFill>
              <a:srgbClr val="F4FFF6"/>
            </a:solidFill>
          </a:ln>
        </p:spPr>
        <p:txBody>
          <a:bodyPr/>
          <a:lstStyle/>
          <a:p/>
        </p:txBody>
      </p:sp>
      <p:sp>
        <p:nvSpPr>
          <p:cNvPr id="253" name="Line 253"/>
          <p:cNvSpPr/>
          <p:nvPr/>
        </p:nvSpPr>
        <p:spPr>
          <a:xfrm>
            <a:off x="4845957" y="5298370"/>
            <a:ext cx="794391" cy="0"/>
          </a:xfrm>
          <a:prstGeom prst="line">
            <a:avLst/>
          </a:prstGeom>
          <a:noFill/>
          <a:ln w="7620">
            <a:solidFill>
              <a:srgbClr val="B9EAD4"/>
            </a:solidFill>
          </a:ln>
        </p:spPr>
        <p:txBody>
          <a:bodyPr/>
          <a:lstStyle/>
          <a:p/>
        </p:txBody>
      </p:sp>
      <p:sp>
        <p:nvSpPr>
          <p:cNvPr id="254" name="Line 254"/>
          <p:cNvSpPr/>
          <p:nvPr/>
        </p:nvSpPr>
        <p:spPr>
          <a:xfrm>
            <a:off x="6558635" y="5298370"/>
            <a:ext cx="1027607" cy="0"/>
          </a:xfrm>
          <a:prstGeom prst="line">
            <a:avLst/>
          </a:prstGeom>
          <a:noFill/>
          <a:ln w="7620">
            <a:solidFill>
              <a:srgbClr val="DFF2D7"/>
            </a:solidFill>
          </a:ln>
        </p:spPr>
        <p:txBody>
          <a:bodyPr/>
          <a:lstStyle/>
          <a:p/>
        </p:txBody>
      </p:sp>
      <p:sp>
        <p:nvSpPr>
          <p:cNvPr id="255" name="Line 255"/>
          <p:cNvSpPr/>
          <p:nvPr/>
        </p:nvSpPr>
        <p:spPr>
          <a:xfrm>
            <a:off x="6420163" y="5633617"/>
            <a:ext cx="1129639" cy="0"/>
          </a:xfrm>
          <a:prstGeom prst="line">
            <a:avLst/>
          </a:prstGeom>
          <a:noFill/>
          <a:ln w="7620">
            <a:solidFill>
              <a:srgbClr val="BEEEF0"/>
            </a:solidFill>
          </a:ln>
        </p:spPr>
        <p:txBody>
          <a:bodyPr/>
          <a:lstStyle/>
          <a:p/>
        </p:txBody>
      </p:sp>
      <p:sp>
        <p:nvSpPr>
          <p:cNvPr id="256" name="Line 256"/>
          <p:cNvSpPr/>
          <p:nvPr/>
        </p:nvSpPr>
        <p:spPr>
          <a:xfrm>
            <a:off x="8526393" y="5276506"/>
            <a:ext cx="65592" cy="0"/>
          </a:xfrm>
          <a:prstGeom prst="line">
            <a:avLst/>
          </a:prstGeom>
          <a:noFill/>
          <a:ln w="12700">
            <a:solidFill>
              <a:srgbClr val="2BA36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257" name="Line 257"/>
          <p:cNvSpPr/>
          <p:nvPr/>
        </p:nvSpPr>
        <p:spPr>
          <a:xfrm>
            <a:off x="9196888" y="5276506"/>
            <a:ext cx="65592" cy="0"/>
          </a:xfrm>
          <a:prstGeom prst="line">
            <a:avLst/>
          </a:prstGeom>
          <a:noFill/>
          <a:ln w="12700">
            <a:solidFill>
              <a:srgbClr val="2BA36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258" name="Line 258"/>
          <p:cNvSpPr/>
          <p:nvPr/>
        </p:nvSpPr>
        <p:spPr>
          <a:xfrm>
            <a:off x="9867383" y="5276506"/>
            <a:ext cx="65592" cy="0"/>
          </a:xfrm>
          <a:prstGeom prst="line">
            <a:avLst/>
          </a:prstGeom>
          <a:noFill/>
          <a:ln w="12700">
            <a:solidFill>
              <a:srgbClr val="2BA36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259" name="Line 259"/>
          <p:cNvSpPr/>
          <p:nvPr/>
        </p:nvSpPr>
        <p:spPr>
          <a:xfrm>
            <a:off x="10537878" y="5276506"/>
            <a:ext cx="65592" cy="0"/>
          </a:xfrm>
          <a:prstGeom prst="line">
            <a:avLst/>
          </a:prstGeom>
          <a:noFill/>
          <a:ln w="12700">
            <a:solidFill>
              <a:srgbClr val="2BA36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260" name="Line 260"/>
          <p:cNvSpPr/>
          <p:nvPr/>
        </p:nvSpPr>
        <p:spPr>
          <a:xfrm>
            <a:off x="11208374" y="5276506"/>
            <a:ext cx="65592" cy="0"/>
          </a:xfrm>
          <a:prstGeom prst="line">
            <a:avLst/>
          </a:prstGeom>
          <a:noFill/>
          <a:ln w="12700">
            <a:solidFill>
              <a:srgbClr val="2BA360"/>
            </a:solidFill>
            <a:tailEnd type="triangle"/>
          </a:ln>
        </p:spPr>
        <p:txBody>
          <a:bodyPr/>
          <a:lstStyle/>
          <a:p/>
        </p:txBody>
      </p:sp>
      <p:pic>
        <p:nvPicPr>
          <p:cNvPr id="261" name="Original central black/translucent pair of film rolls and immediately attached crinkled silver sheet, metallic highlights and tube openings retained."/>
          <p:cNvPicPr/>
          <p:nvPr/>
        </p:nvPicPr>
        <p:blipFill>
          <a:blip r:embed="rId15"/>
          <a:stretch>
            <a:fillRect/>
          </a:stretch>
        </p:blipFill>
        <p:spPr>
          <a:xfrm>
            <a:off x="4515755" y="2572385"/>
            <a:ext cx="3677633" cy="1819482"/>
          </a:xfrm>
          <a:prstGeom prst="rect">
            <a:avLst/>
          </a:prstGeom>
        </p:spPr>
      </p:pic>
      <p:pic>
        <p:nvPicPr>
          <p:cNvPr id="262" name="Original source pla material sample inside its thin green circular rim."/>
          <p:cNvPicPr/>
          <p:nvPr/>
        </p:nvPicPr>
        <p:blipFill>
          <a:blip r:embed="rId10"/>
          <a:stretch>
            <a:fillRect/>
          </a:stretch>
        </p:blipFill>
        <p:spPr>
          <a:xfrm>
            <a:off x="317199" y="3023510"/>
            <a:ext cx="822085" cy="788079"/>
          </a:xfrm>
          <a:prstGeom prst="rect">
            <a:avLst/>
          </a:prstGeom>
        </p:spPr>
      </p:pic>
      <p:pic>
        <p:nvPicPr>
          <p:cNvPr id="263" name="Original source pbat material sample inside its thin green circular rim."/>
          <p:cNvPicPr/>
          <p:nvPr/>
        </p:nvPicPr>
        <p:blipFill>
          <a:blip r:embed="rId11"/>
          <a:stretch>
            <a:fillRect/>
          </a:stretch>
        </p:blipFill>
        <p:spPr>
          <a:xfrm>
            <a:off x="1134743" y="3023510"/>
            <a:ext cx="812220" cy="788079"/>
          </a:xfrm>
          <a:prstGeom prst="rect">
            <a:avLst/>
          </a:prstGeom>
        </p:spPr>
      </p:pic>
      <p:pic>
        <p:nvPicPr>
          <p:cNvPr id="264" name="Original source starch material sample inside its thin green circular rim."/>
          <p:cNvPicPr/>
          <p:nvPr/>
        </p:nvPicPr>
        <p:blipFill>
          <a:blip r:embed="rId12"/>
          <a:stretch>
            <a:fillRect/>
          </a:stretch>
        </p:blipFill>
        <p:spPr>
          <a:xfrm>
            <a:off x="1936143" y="3023788"/>
            <a:ext cx="812777" cy="784795"/>
          </a:xfrm>
          <a:prstGeom prst="rect">
            <a:avLst/>
          </a:prstGeom>
        </p:spPr>
      </p:pic>
      <p:pic>
        <p:nvPicPr>
          <p:cNvPr id="265" name="Original source mineral material sample inside its thin green circular rim."/>
          <p:cNvPicPr/>
          <p:nvPr/>
        </p:nvPicPr>
        <p:blipFill>
          <a:blip r:embed="rId13"/>
          <a:stretch>
            <a:fillRect/>
          </a:stretch>
        </p:blipFill>
        <p:spPr>
          <a:xfrm>
            <a:off x="2738101" y="3024336"/>
            <a:ext cx="812220" cy="786531"/>
          </a:xfrm>
          <a:prstGeom prst="rect">
            <a:avLst/>
          </a:prstGeom>
        </p:spPr>
      </p:pic>
      <p:pic>
        <p:nvPicPr>
          <p:cNvPr id="266" name="Original source seedling material sample inside its thin green circular rim."/>
          <p:cNvPicPr/>
          <p:nvPr/>
        </p:nvPicPr>
        <p:blipFill>
          <a:blip r:embed="rId14"/>
          <a:stretch>
            <a:fillRect/>
          </a:stretch>
        </p:blipFill>
        <p:spPr>
          <a:xfrm>
            <a:off x="3540777" y="3024336"/>
            <a:ext cx="802939" cy="786531"/>
          </a:xfrm>
          <a:prstGeom prst="rect">
            <a:avLst/>
          </a:prstGeom>
        </p:spPr>
      </p:pic>
      <p:pic>
        <p:nvPicPr>
          <p:cNvPr id="267" name="Original source 吹塑工艺 factory photograph; ordinary caption removed during separation."/>
          <p:cNvPicPr/>
          <p:nvPr/>
        </p:nvPicPr>
        <p:blipFill>
          <a:blip r:embed="rId16"/>
          <a:stretch>
            <a:fillRect/>
          </a:stretch>
        </p:blipFill>
        <p:spPr>
          <a:xfrm>
            <a:off x="8367327" y="1119503"/>
            <a:ext cx="1679269" cy="989574"/>
          </a:xfrm>
          <a:prstGeom prst="rect">
            <a:avLst/>
          </a:prstGeom>
        </p:spPr>
      </p:pic>
      <p:pic>
        <p:nvPicPr>
          <p:cNvPr id="268" name="Original source 流延工艺 factory photograph; ordinary caption removed during separation."/>
          <p:cNvPicPr/>
          <p:nvPr/>
        </p:nvPicPr>
        <p:blipFill>
          <a:blip r:embed="rId17"/>
          <a:stretch>
            <a:fillRect/>
          </a:stretch>
        </p:blipFill>
        <p:spPr>
          <a:xfrm>
            <a:off x="10260013" y="1119503"/>
            <a:ext cx="1645110" cy="989574"/>
          </a:xfrm>
          <a:prstGeom prst="rect">
            <a:avLst/>
          </a:prstGeom>
        </p:spPr>
      </p:pic>
      <p:pic>
        <p:nvPicPr>
          <p:cNvPr id="269" name="Original source PLA defect example photo, detached from native caption and card."/>
          <p:cNvPicPr/>
          <p:nvPr/>
        </p:nvPicPr>
        <p:blipFill>
          <a:blip r:embed="rId20"/>
          <a:stretch>
            <a:fillRect/>
          </a:stretch>
        </p:blipFill>
        <p:spPr>
          <a:xfrm>
            <a:off x="344495" y="5248418"/>
            <a:ext cx="866557" cy="1186605"/>
          </a:xfrm>
          <a:prstGeom prst="rect">
            <a:avLst/>
          </a:prstGeom>
        </p:spPr>
      </p:pic>
      <p:pic>
        <p:nvPicPr>
          <p:cNvPr id="270" name="Original source PBAT defect example photo, detached from native caption and card."/>
          <p:cNvPicPr/>
          <p:nvPr/>
        </p:nvPicPr>
        <p:blipFill>
          <a:blip r:embed="rId21"/>
          <a:stretch>
            <a:fillRect/>
          </a:stretch>
        </p:blipFill>
        <p:spPr>
          <a:xfrm>
            <a:off x="2348665" y="5248768"/>
            <a:ext cx="856428" cy="1186066"/>
          </a:xfrm>
          <a:prstGeom prst="rect">
            <a:avLst/>
          </a:prstGeom>
        </p:spPr>
      </p:pic>
      <p:pic>
        <p:nvPicPr>
          <p:cNvPr id="271" name="Original source film degradation mechanism pictogram with thin green circular rim. CO2 lettering integral to that semantic icon; native Chinese label separate."/>
          <p:cNvPicPr/>
          <p:nvPr/>
        </p:nvPicPr>
        <p:blipFill>
          <a:blip r:embed="rId31"/>
          <a:stretch>
            <a:fillRect/>
          </a:stretch>
        </p:blipFill>
        <p:spPr>
          <a:xfrm>
            <a:off x="7913440" y="5003054"/>
            <a:ext cx="621003" cy="568969"/>
          </a:xfrm>
          <a:prstGeom prst="rect">
            <a:avLst/>
          </a:prstGeom>
        </p:spPr>
      </p:pic>
      <p:pic>
        <p:nvPicPr>
          <p:cNvPr id="272" name="Original source microbe degradation mechanism pictogram with thin green circular rim. CO2 lettering integral to that semantic icon; native Chinese label separate."/>
          <p:cNvPicPr/>
          <p:nvPr/>
        </p:nvPicPr>
        <p:blipFill>
          <a:blip r:embed="rId32"/>
          <a:stretch>
            <a:fillRect/>
          </a:stretch>
        </p:blipFill>
        <p:spPr>
          <a:xfrm>
            <a:off x="8577145" y="4986362"/>
            <a:ext cx="634582" cy="611079"/>
          </a:xfrm>
          <a:prstGeom prst="rect">
            <a:avLst/>
          </a:prstGeom>
        </p:spPr>
      </p:pic>
      <p:pic>
        <p:nvPicPr>
          <p:cNvPr id="273" name="Original source co2 degradation mechanism pictogram with thin green circular rim. CO2 lettering integral to that semantic icon; native Chinese label separate."/>
          <p:cNvPicPr/>
          <p:nvPr/>
        </p:nvPicPr>
        <p:blipFill>
          <a:blip r:embed="rId33"/>
          <a:stretch>
            <a:fillRect/>
          </a:stretch>
        </p:blipFill>
        <p:spPr>
          <a:xfrm>
            <a:off x="9247846" y="4988601"/>
            <a:ext cx="634172" cy="608635"/>
          </a:xfrm>
          <a:prstGeom prst="rect">
            <a:avLst/>
          </a:prstGeom>
        </p:spPr>
      </p:pic>
      <p:pic>
        <p:nvPicPr>
          <p:cNvPr id="274" name="Original source water degradation mechanism pictogram with thin green circular rim. CO2 lettering integral to that semantic icon; native Chinese label separate."/>
          <p:cNvPicPr/>
          <p:nvPr/>
        </p:nvPicPr>
        <p:blipFill>
          <a:blip r:embed="rId34"/>
          <a:stretch>
            <a:fillRect/>
          </a:stretch>
        </p:blipFill>
        <p:spPr>
          <a:xfrm>
            <a:off x="9917510" y="4986137"/>
            <a:ext cx="635833" cy="611719"/>
          </a:xfrm>
          <a:prstGeom prst="rect">
            <a:avLst/>
          </a:prstGeom>
        </p:spPr>
      </p:pic>
      <p:pic>
        <p:nvPicPr>
          <p:cNvPr id="275" name="Original source soil degradation mechanism pictogram with thin green circular rim. CO2 lettering integral to that semantic icon; native Chinese label separate."/>
          <p:cNvPicPr/>
          <p:nvPr/>
        </p:nvPicPr>
        <p:blipFill>
          <a:blip r:embed="rId35"/>
          <a:stretch>
            <a:fillRect/>
          </a:stretch>
        </p:blipFill>
        <p:spPr>
          <a:xfrm>
            <a:off x="10589640" y="4988601"/>
            <a:ext cx="632563" cy="608635"/>
          </a:xfrm>
          <a:prstGeom prst="rect">
            <a:avLst/>
          </a:prstGeom>
        </p:spPr>
      </p:pic>
      <p:pic>
        <p:nvPicPr>
          <p:cNvPr id="276" name="Original source stones degradation mechanism pictogram with thin green circular rim. CO2 lettering integral to that semantic icon; native Chinese label separate."/>
          <p:cNvPicPr/>
          <p:nvPr/>
        </p:nvPicPr>
        <p:blipFill>
          <a:blip r:embed="rId36"/>
          <a:stretch>
            <a:fillRect/>
          </a:stretch>
        </p:blipFill>
        <p:spPr>
          <a:xfrm>
            <a:off x="11259331" y="4988498"/>
            <a:ext cx="634172" cy="608942"/>
          </a:xfrm>
          <a:prstGeom prst="rect">
            <a:avLst/>
          </a:prstGeom>
        </p:spPr>
      </p:pic>
      <p:sp>
        <p:nvSpPr>
          <p:cNvPr id="277" name="Path 277"/>
          <p:cNvSpPr/>
          <p:nvPr/>
        </p:nvSpPr>
        <p:spPr>
          <a:xfrm>
            <a:off x="10064159" y="1610646"/>
            <a:ext cx="72880" cy="14576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19440" y="10800"/>
                </a:lnTo>
                <a:lnTo>
                  <a:pt x="0" y="21600"/>
                </a:lnTo>
              </a:path>
            </a:pathLst>
          </a:custGeom>
          <a:noFill/>
          <a:ln w="25400">
            <a:solidFill>
              <a:srgbClr val="229D57"/>
            </a:solidFill>
          </a:ln>
        </p:spPr>
        <p:txBody>
          <a:bodyPr/>
          <a:lstStyle/>
          <a:p/>
        </p:txBody>
      </p:sp>
      <p:sp>
        <p:nvSpPr>
          <p:cNvPr id="278" name="Path 278"/>
          <p:cNvSpPr/>
          <p:nvPr/>
        </p:nvSpPr>
        <p:spPr>
          <a:xfrm>
            <a:off x="10137039" y="1610646"/>
            <a:ext cx="72880" cy="14576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19440" y="10800"/>
                </a:lnTo>
                <a:lnTo>
                  <a:pt x="0" y="21600"/>
                </a:lnTo>
              </a:path>
            </a:pathLst>
          </a:custGeom>
          <a:noFill/>
          <a:ln w="25400">
            <a:solidFill>
              <a:srgbClr val="229D57"/>
            </a:solidFill>
          </a:ln>
        </p:spPr>
        <p:txBody>
          <a:bodyPr/>
          <a:lstStyle/>
          <a:p/>
        </p:txBody>
      </p:sp>
      <p:pic>
        <p:nvPicPr>
          <p:cNvPr id="279" name="产品定义 source circular heading icon"/>
          <p:cNvPicPr/>
          <p:nvPr/>
        </p:nvPicPr>
        <p:blipFill>
          <a:blip r:embed="rId4"/>
          <a:stretch>
            <a:fillRect/>
          </a:stretch>
        </p:blipFill>
        <p:spPr>
          <a:xfrm>
            <a:off x="315256" y="1005948"/>
            <a:ext cx="534453" cy="470127"/>
          </a:xfrm>
          <a:prstGeom prst="rect">
            <a:avLst/>
          </a:prstGeom>
        </p:spPr>
      </p:pic>
      <p:pic>
        <p:nvPicPr>
          <p:cNvPr id="280" name="生产工艺 source circular heading icon"/>
          <p:cNvPicPr/>
          <p:nvPr/>
        </p:nvPicPr>
        <p:blipFill>
          <a:blip r:embed="rId5"/>
          <a:stretch>
            <a:fillRect/>
          </a:stretch>
        </p:blipFill>
        <p:spPr>
          <a:xfrm>
            <a:off x="8252102" y="726874"/>
            <a:ext cx="534005" cy="472344"/>
          </a:xfrm>
          <a:prstGeom prst="rect">
            <a:avLst/>
          </a:prstGeom>
        </p:spPr>
      </p:pic>
      <p:pic>
        <p:nvPicPr>
          <p:cNvPr id="281" name="海关归类与税则依据 source circular heading icon"/>
          <p:cNvPicPr/>
          <p:nvPr/>
        </p:nvPicPr>
        <p:blipFill>
          <a:blip r:embed="rId6"/>
          <a:stretch>
            <a:fillRect/>
          </a:stretch>
        </p:blipFill>
        <p:spPr>
          <a:xfrm>
            <a:off x="8252102" y="2441682"/>
            <a:ext cx="534005" cy="470127"/>
          </a:xfrm>
          <a:prstGeom prst="rect">
            <a:avLst/>
          </a:prstGeom>
        </p:spPr>
      </p:pic>
      <p:pic>
        <p:nvPicPr>
          <p:cNvPr id="282" name="单一基材性能缺陷 source circular heading icon"/>
          <p:cNvPicPr/>
          <p:nvPr/>
        </p:nvPicPr>
        <p:blipFill>
          <a:blip r:embed="rId7"/>
          <a:stretch>
            <a:fillRect/>
          </a:stretch>
        </p:blipFill>
        <p:spPr>
          <a:xfrm>
            <a:off x="315480" y="4453168"/>
            <a:ext cx="534005" cy="470127"/>
          </a:xfrm>
          <a:prstGeom prst="rect">
            <a:avLst/>
          </a:prstGeom>
        </p:spPr>
      </p:pic>
      <p:pic>
        <p:nvPicPr>
          <p:cNvPr id="283" name="推荐共混配比 source circular heading icon"/>
          <p:cNvPicPr/>
          <p:nvPr/>
        </p:nvPicPr>
        <p:blipFill>
          <a:blip r:embed="rId8"/>
          <a:stretch>
            <a:fillRect/>
          </a:stretch>
        </p:blipFill>
        <p:spPr>
          <a:xfrm>
            <a:off x="4549579" y="4453168"/>
            <a:ext cx="534453" cy="470127"/>
          </a:xfrm>
          <a:prstGeom prst="rect">
            <a:avLst/>
          </a:prstGeom>
        </p:spPr>
      </p:pic>
      <p:pic>
        <p:nvPicPr>
          <p:cNvPr id="284" name="降解机理与环境效益 source circular heading icon"/>
          <p:cNvPicPr/>
          <p:nvPr/>
        </p:nvPicPr>
        <p:blipFill>
          <a:blip r:embed="rId9"/>
          <a:stretch>
            <a:fillRect/>
          </a:stretch>
        </p:blipFill>
        <p:spPr>
          <a:xfrm>
            <a:off x="7843975" y="4453168"/>
            <a:ext cx="534005" cy="470127"/>
          </a:xfrm>
          <a:prstGeom prst="rect">
            <a:avLst/>
          </a:prstGeom>
        </p:spPr>
      </p:pic>
      <p:pic>
        <p:nvPicPr>
          <p:cNvPr id="285" name="Original thin orange outline flask; extra generated badge rejected and exact source symbol repaired."/>
          <p:cNvPicPr/>
          <p:nvPr/>
        </p:nvPicPr>
        <p:blipFill>
          <a:blip r:embed="rId18"/>
          <a:stretch>
            <a:fillRect/>
          </a:stretch>
        </p:blipFill>
        <p:spPr>
          <a:xfrm>
            <a:off x="8414702" y="3509668"/>
            <a:ext cx="237957" cy="261367"/>
          </a:xfrm>
          <a:prstGeom prst="rect">
            <a:avLst/>
          </a:prstGeom>
        </p:spPr>
      </p:pic>
      <p:pic>
        <p:nvPicPr>
          <p:cNvPr id="286" name="Source green circular leaf icon for PLA comparison, same symbol as the definition heading."/>
          <p:cNvPicPr/>
          <p:nvPr/>
        </p:nvPicPr>
        <p:blipFill>
          <a:blip r:embed="rId19"/>
          <a:stretch>
            <a:fillRect/>
          </a:stretch>
        </p:blipFill>
        <p:spPr>
          <a:xfrm>
            <a:off x="10210729" y="3511717"/>
            <a:ext cx="311764" cy="274241"/>
          </a:xfrm>
          <a:prstGeom prst="rect">
            <a:avLst/>
          </a:prstGeom>
        </p:spPr>
      </p:pic>
      <p:pic>
        <p:nvPicPr>
          <p:cNvPr id="287" name="Original red circled white X; repeated source error bullet."/>
          <p:cNvPicPr/>
          <p:nvPr/>
        </p:nvPicPr>
        <p:blipFill>
          <a:blip r:embed="rId22"/>
          <a:stretch>
            <a:fillRect/>
          </a:stretch>
        </p:blipFill>
        <p:spPr>
          <a:xfrm>
            <a:off x="1257350" y="5401031"/>
            <a:ext cx="180742" cy="170176"/>
          </a:xfrm>
          <a:prstGeom prst="rect">
            <a:avLst/>
          </a:prstGeom>
        </p:spPr>
      </p:pic>
      <p:pic>
        <p:nvPicPr>
          <p:cNvPr id="288" name="Original red circled white X; repeated source error bullet."/>
          <p:cNvPicPr/>
          <p:nvPr/>
        </p:nvPicPr>
        <p:blipFill>
          <a:blip r:embed="rId23"/>
          <a:stretch>
            <a:fillRect/>
          </a:stretch>
        </p:blipFill>
        <p:spPr>
          <a:xfrm>
            <a:off x="1257350" y="5670686"/>
            <a:ext cx="180742" cy="170176"/>
          </a:xfrm>
          <a:prstGeom prst="rect">
            <a:avLst/>
          </a:prstGeom>
        </p:spPr>
      </p:pic>
      <p:pic>
        <p:nvPicPr>
          <p:cNvPr id="289" name="Original red circled white X; repeated source error bullet."/>
          <p:cNvPicPr/>
          <p:nvPr/>
        </p:nvPicPr>
        <p:blipFill>
          <a:blip r:embed="rId24"/>
          <a:stretch>
            <a:fillRect/>
          </a:stretch>
        </p:blipFill>
        <p:spPr>
          <a:xfrm>
            <a:off x="1257350" y="5940342"/>
            <a:ext cx="180742" cy="170176"/>
          </a:xfrm>
          <a:prstGeom prst="rect">
            <a:avLst/>
          </a:prstGeom>
        </p:spPr>
      </p:pic>
      <p:pic>
        <p:nvPicPr>
          <p:cNvPr id="290" name="Original red circled white X; repeated source error bullet."/>
          <p:cNvPicPr/>
          <p:nvPr/>
        </p:nvPicPr>
        <p:blipFill>
          <a:blip r:embed="rId25"/>
          <a:stretch>
            <a:fillRect/>
          </a:stretch>
        </p:blipFill>
        <p:spPr>
          <a:xfrm>
            <a:off x="3268836" y="5401031"/>
            <a:ext cx="180742" cy="170176"/>
          </a:xfrm>
          <a:prstGeom prst="rect">
            <a:avLst/>
          </a:prstGeom>
        </p:spPr>
      </p:pic>
      <p:pic>
        <p:nvPicPr>
          <p:cNvPr id="291" name="Original red circled white X; repeated source error bullet."/>
          <p:cNvPicPr/>
          <p:nvPr/>
        </p:nvPicPr>
        <p:blipFill>
          <a:blip r:embed="rId26"/>
          <a:stretch>
            <a:fillRect/>
          </a:stretch>
        </p:blipFill>
        <p:spPr>
          <a:xfrm>
            <a:off x="3268836" y="5670686"/>
            <a:ext cx="180742" cy="170176"/>
          </a:xfrm>
          <a:prstGeom prst="rect">
            <a:avLst/>
          </a:prstGeom>
        </p:spPr>
      </p:pic>
      <p:pic>
        <p:nvPicPr>
          <p:cNvPr id="292" name="Original red circled white X; repeated source error bullet."/>
          <p:cNvPicPr/>
          <p:nvPr/>
        </p:nvPicPr>
        <p:blipFill>
          <a:blip r:embed="rId27"/>
          <a:stretch>
            <a:fillRect/>
          </a:stretch>
        </p:blipFill>
        <p:spPr>
          <a:xfrm>
            <a:off x="3268836" y="5940342"/>
            <a:ext cx="180742" cy="170176"/>
          </a:xfrm>
          <a:prstGeom prst="rect">
            <a:avLst/>
          </a:prstGeom>
        </p:spPr>
      </p:pic>
      <p:pic>
        <p:nvPicPr>
          <p:cNvPr id="293" name="Tiny original green PLA circular cube/recycling legend glyph; source enlarged for exact separation."/>
          <p:cNvPicPr/>
          <p:nvPr/>
        </p:nvPicPr>
        <p:blipFill>
          <a:blip r:embed="rId28"/>
          <a:stretch>
            <a:fillRect/>
          </a:stretch>
        </p:blipFill>
        <p:spPr>
          <a:xfrm>
            <a:off x="4652425" y="5068301"/>
            <a:ext cx="190288" cy="190482"/>
          </a:xfrm>
          <a:prstGeom prst="rect">
            <a:avLst/>
          </a:prstGeom>
        </p:spPr>
      </p:pic>
      <p:pic>
        <p:nvPicPr>
          <p:cNvPr id="294" name="Tiny original gold PBAT circular connected-dot legend glyph."/>
          <p:cNvPicPr/>
          <p:nvPr/>
        </p:nvPicPr>
        <p:blipFill>
          <a:blip r:embed="rId29"/>
          <a:stretch>
            <a:fillRect/>
          </a:stretch>
        </p:blipFill>
        <p:spPr>
          <a:xfrm>
            <a:off x="6634759" y="5068301"/>
            <a:ext cx="190288" cy="190482"/>
          </a:xfrm>
          <a:prstGeom prst="rect">
            <a:avLst/>
          </a:prstGeom>
        </p:spPr>
      </p:pic>
      <p:pic>
        <p:nvPicPr>
          <p:cNvPr id="295" name="Tiny original blue additive circular glyph; identity strokes retained as icon, ordinary adjacent label native."/>
          <p:cNvPicPr/>
          <p:nvPr/>
        </p:nvPicPr>
        <p:blipFill>
          <a:blip r:embed="rId30"/>
          <a:stretch>
            <a:fillRect/>
          </a:stretch>
        </p:blipFill>
        <p:spPr>
          <a:xfrm>
            <a:off x="6634727" y="5527445"/>
            <a:ext cx="190352" cy="190482"/>
          </a:xfrm>
          <a:prstGeom prst="rect">
            <a:avLst/>
          </a:prstGeom>
        </p:spPr>
      </p:pic>
      <p:sp>
        <p:nvSpPr>
          <p:cNvPr id="296" name="TextBox 296"/>
          <p:cNvSpPr txBox="1"/>
          <p:nvPr/>
        </p:nvSpPr>
        <p:spPr>
          <a:xfrm>
            <a:off x="655362" y="189488"/>
            <a:ext cx="1494038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00" b="1" i="1">
                <a:solidFill>
                  <a:srgbClr val="FFF3B7"/>
                </a:solidFill>
                <a:latin typeface="Microsoft YaHei"/>
                <a:ea typeface="Microsoft YaHei"/>
                <a:cs typeface="Microsoft YaHei"/>
              </a:rPr>
              <a:t>产品介绍</a:t>
            </a:r>
            <a:endParaRPr lang="zh-CN" sz="2900"/>
          </a:p>
        </p:txBody>
      </p:sp>
      <p:sp>
        <p:nvSpPr>
          <p:cNvPr id="297" name="TextBox 297"/>
          <p:cNvSpPr txBox="1"/>
          <p:nvPr/>
        </p:nvSpPr>
        <p:spPr>
          <a:xfrm>
            <a:off x="2776167" y="262368"/>
            <a:ext cx="1377430" cy="371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300">
                <a:solidFill>
                  <a:srgbClr val="004F35"/>
                </a:solidFill>
                <a:latin typeface="KaiTi"/>
                <a:ea typeface="KaiTi"/>
                <a:cs typeface="KaiTi"/>
              </a:rPr>
              <a:t>产品简介</a:t>
            </a:r>
            <a:endParaRPr lang="zh-CN" sz="2300"/>
          </a:p>
        </p:txBody>
      </p:sp>
      <p:sp>
        <p:nvSpPr>
          <p:cNvPr id="298" name="TextBox 298"/>
          <p:cNvSpPr txBox="1"/>
          <p:nvPr/>
        </p:nvSpPr>
        <p:spPr>
          <a:xfrm>
            <a:off x="939594" y="1093199"/>
            <a:ext cx="1144215" cy="2915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产品定义</a:t>
            </a:r>
            <a:endParaRPr lang="zh-CN" sz="1350"/>
          </a:p>
        </p:txBody>
      </p:sp>
      <p:sp>
        <p:nvSpPr>
          <p:cNvPr id="299" name="TextBox 299"/>
          <p:cNvSpPr txBox="1"/>
          <p:nvPr/>
        </p:nvSpPr>
        <p:spPr>
          <a:xfrm>
            <a:off x="8839776" y="787103"/>
            <a:ext cx="1166079" cy="2915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生产工艺</a:t>
            </a:r>
            <a:endParaRPr lang="zh-CN" sz="1350"/>
          </a:p>
        </p:txBody>
      </p:sp>
      <p:sp>
        <p:nvSpPr>
          <p:cNvPr id="300" name="TextBox 300"/>
          <p:cNvSpPr txBox="1"/>
          <p:nvPr/>
        </p:nvSpPr>
        <p:spPr>
          <a:xfrm>
            <a:off x="8839776" y="2507069"/>
            <a:ext cx="2113518" cy="2915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海关归类与税则依据</a:t>
            </a:r>
            <a:endParaRPr lang="zh-CN" sz="1350"/>
          </a:p>
        </p:txBody>
      </p:sp>
      <p:sp>
        <p:nvSpPr>
          <p:cNvPr id="301" name="TextBox 301"/>
          <p:cNvSpPr txBox="1"/>
          <p:nvPr/>
        </p:nvSpPr>
        <p:spPr>
          <a:xfrm>
            <a:off x="939594" y="4533131"/>
            <a:ext cx="2441477" cy="2915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单一基材性能缺陷</a:t>
            </a:r>
            <a:endParaRPr lang="zh-CN" sz="1350"/>
          </a:p>
        </p:txBody>
      </p:sp>
      <p:sp>
        <p:nvSpPr>
          <p:cNvPr id="302" name="TextBox 302"/>
          <p:cNvSpPr txBox="1"/>
          <p:nvPr/>
        </p:nvSpPr>
        <p:spPr>
          <a:xfrm>
            <a:off x="5152053" y="4533131"/>
            <a:ext cx="2047926" cy="2915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推荐共混配比</a:t>
            </a:r>
            <a:endParaRPr lang="zh-CN" sz="1350"/>
          </a:p>
        </p:txBody>
      </p:sp>
      <p:sp>
        <p:nvSpPr>
          <p:cNvPr id="303" name="TextBox 303"/>
          <p:cNvSpPr txBox="1"/>
          <p:nvPr/>
        </p:nvSpPr>
        <p:spPr>
          <a:xfrm>
            <a:off x="8453513" y="4533131"/>
            <a:ext cx="2536221" cy="2915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降解机理与环境效益</a:t>
            </a:r>
            <a:endParaRPr lang="zh-CN" sz="1350"/>
          </a:p>
        </p:txBody>
      </p:sp>
      <p:sp>
        <p:nvSpPr>
          <p:cNvPr id="304" name="TextBox 304"/>
          <p:cNvSpPr txBox="1"/>
          <p:nvPr/>
        </p:nvSpPr>
        <p:spPr>
          <a:xfrm>
            <a:off x="633498" y="1508614"/>
            <a:ext cx="3243156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02D31"/>
                </a:solidFill>
                <a:latin typeface="Microsoft YaHei"/>
                <a:ea typeface="Microsoft YaHei"/>
                <a:cs typeface="Microsoft YaHei"/>
              </a:rPr>
              <a:t>PLA+PBAT共混型全生物降解农用地膜，</a:t>
            </a:r>
            <a:endParaRPr lang="zh-CN" sz="1150"/>
          </a:p>
        </p:txBody>
      </p:sp>
      <p:sp>
        <p:nvSpPr>
          <p:cNvPr id="305" name="TextBox 305"/>
          <p:cNvSpPr txBox="1"/>
          <p:nvPr/>
        </p:nvSpPr>
        <p:spPr>
          <a:xfrm>
            <a:off x="502314" y="1738915"/>
            <a:ext cx="3425356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02D31"/>
                </a:solidFill>
                <a:latin typeface="Microsoft YaHei"/>
                <a:ea typeface="Microsoft YaHei"/>
                <a:cs typeface="Microsoft YaHei"/>
              </a:rPr>
              <a:t>是以聚乳酸（PLA）、聚己二酸对苯二甲酸</a:t>
            </a:r>
            <a:endParaRPr lang="zh-CN" sz="1150"/>
          </a:p>
        </p:txBody>
      </p:sp>
      <p:sp>
        <p:nvSpPr>
          <p:cNvPr id="306" name="TextBox 306"/>
          <p:cNvSpPr txBox="1"/>
          <p:nvPr/>
        </p:nvSpPr>
        <p:spPr>
          <a:xfrm>
            <a:off x="502314" y="1969215"/>
            <a:ext cx="3425356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02D31"/>
                </a:solidFill>
                <a:latin typeface="Microsoft YaHei"/>
                <a:ea typeface="Microsoft YaHei"/>
                <a:cs typeface="Microsoft YaHei"/>
              </a:rPr>
              <a:t>丁二醇酯（PBAT）为双核心基材，复配食</a:t>
            </a:r>
            <a:endParaRPr lang="zh-CN" sz="1150"/>
          </a:p>
        </p:txBody>
      </p:sp>
      <p:sp>
        <p:nvSpPr>
          <p:cNvPr id="307" name="TextBox 307"/>
          <p:cNvSpPr txBox="1"/>
          <p:nvPr/>
        </p:nvSpPr>
        <p:spPr>
          <a:xfrm>
            <a:off x="502314" y="2199516"/>
            <a:ext cx="3425356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02D31"/>
                </a:solidFill>
                <a:latin typeface="Microsoft YaHei"/>
                <a:ea typeface="Microsoft YaHei"/>
                <a:cs typeface="Microsoft YaHei"/>
              </a:rPr>
              <a:t>用级改性淀粉、天然矿物填料、环保生物功</a:t>
            </a:r>
            <a:endParaRPr lang="zh-CN" sz="1150"/>
          </a:p>
        </p:txBody>
      </p:sp>
      <p:sp>
        <p:nvSpPr>
          <p:cNvPr id="308" name="TextBox 308"/>
          <p:cNvSpPr txBox="1"/>
          <p:nvPr/>
        </p:nvSpPr>
        <p:spPr>
          <a:xfrm>
            <a:off x="502314" y="2429816"/>
            <a:ext cx="3425356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02D31"/>
                </a:solidFill>
                <a:latin typeface="Microsoft YaHei"/>
                <a:ea typeface="Microsoft YaHei"/>
                <a:cs typeface="Microsoft YaHei"/>
              </a:rPr>
              <a:t>能性助剂，经吹塑、流延两类标准化工业化</a:t>
            </a:r>
            <a:endParaRPr lang="zh-CN" sz="1150"/>
          </a:p>
        </p:txBody>
      </p:sp>
      <p:sp>
        <p:nvSpPr>
          <p:cNvPr id="309" name="TextBox 309"/>
          <p:cNvSpPr txBox="1"/>
          <p:nvPr/>
        </p:nvSpPr>
        <p:spPr>
          <a:xfrm>
            <a:off x="502314" y="2660117"/>
            <a:ext cx="3425356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02D31"/>
                </a:solidFill>
                <a:latin typeface="Microsoft YaHei"/>
                <a:ea typeface="Microsoft YaHei"/>
                <a:cs typeface="Microsoft YaHei"/>
              </a:rPr>
              <a:t>工艺一体成型的农用地面覆盖薄膜。</a:t>
            </a:r>
            <a:endParaRPr lang="zh-CN" sz="1150"/>
          </a:p>
        </p:txBody>
      </p:sp>
      <p:sp>
        <p:nvSpPr>
          <p:cNvPr id="310" name="TextBox 310"/>
          <p:cNvSpPr txBox="1"/>
          <p:nvPr/>
        </p:nvSpPr>
        <p:spPr>
          <a:xfrm>
            <a:off x="385706" y="3789756"/>
            <a:ext cx="685071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00" b="1">
                <a:solidFill>
                  <a:srgbClr val="103722"/>
                </a:solidFill>
                <a:latin typeface="Microsoft YaHei"/>
                <a:ea typeface="Microsoft YaHei"/>
                <a:cs typeface="Microsoft YaHei"/>
              </a:rPr>
              <a:t>聚乳酸</a:t>
            </a:r>
            <a:endParaRPr lang="zh-CN" sz="900"/>
          </a:p>
          <a:p>
            <a:pPr algn="ctr"/>
            <a:r>
              <a:rPr lang="zh-CN" sz="900" b="1">
                <a:solidFill>
                  <a:srgbClr val="103722"/>
                </a:solidFill>
                <a:latin typeface="Microsoft YaHei"/>
                <a:ea typeface="Microsoft YaHei"/>
                <a:cs typeface="Microsoft YaHei"/>
              </a:rPr>
              <a:t>(PLA)</a:t>
            </a:r>
            <a:endParaRPr lang="zh-CN" sz="900"/>
          </a:p>
        </p:txBody>
      </p:sp>
      <p:sp>
        <p:nvSpPr>
          <p:cNvPr id="311" name="TextBox 311"/>
          <p:cNvSpPr txBox="1"/>
          <p:nvPr/>
        </p:nvSpPr>
        <p:spPr>
          <a:xfrm>
            <a:off x="1027050" y="3789756"/>
            <a:ext cx="1034895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00" b="1">
                <a:solidFill>
                  <a:srgbClr val="103722"/>
                </a:solidFill>
                <a:latin typeface="Microsoft YaHei"/>
                <a:ea typeface="Microsoft YaHei"/>
                <a:cs typeface="Microsoft YaHei"/>
              </a:rPr>
              <a:t>聚己二酸对苯二甲酸</a:t>
            </a:r>
            <a:endParaRPr lang="zh-CN" sz="900"/>
          </a:p>
          <a:p>
            <a:pPr algn="ctr"/>
            <a:r>
              <a:rPr lang="zh-CN" sz="900" b="1">
                <a:solidFill>
                  <a:srgbClr val="103722"/>
                </a:solidFill>
                <a:latin typeface="Microsoft YaHei"/>
                <a:ea typeface="Microsoft YaHei"/>
                <a:cs typeface="Microsoft YaHei"/>
              </a:rPr>
              <a:t>丁二醇酯(PBAT)</a:t>
            </a:r>
            <a:endParaRPr lang="zh-CN" sz="900"/>
          </a:p>
        </p:txBody>
      </p:sp>
      <p:sp>
        <p:nvSpPr>
          <p:cNvPr id="312" name="TextBox 312"/>
          <p:cNvSpPr txBox="1"/>
          <p:nvPr/>
        </p:nvSpPr>
        <p:spPr>
          <a:xfrm>
            <a:off x="1981776" y="3789756"/>
            <a:ext cx="728799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00" b="1">
                <a:solidFill>
                  <a:srgbClr val="103722"/>
                </a:solidFill>
                <a:latin typeface="Microsoft YaHei"/>
                <a:ea typeface="Microsoft YaHei"/>
                <a:cs typeface="Microsoft YaHei"/>
              </a:rPr>
              <a:t>食用级</a:t>
            </a:r>
            <a:endParaRPr lang="zh-CN" sz="900"/>
          </a:p>
          <a:p>
            <a:pPr algn="ctr"/>
            <a:r>
              <a:rPr lang="zh-CN" sz="900" b="1">
                <a:solidFill>
                  <a:srgbClr val="103722"/>
                </a:solidFill>
                <a:latin typeface="Microsoft YaHei"/>
                <a:ea typeface="Microsoft YaHei"/>
                <a:cs typeface="Microsoft YaHei"/>
              </a:rPr>
              <a:t>改性淀粉</a:t>
            </a:r>
            <a:endParaRPr lang="zh-CN" sz="900"/>
          </a:p>
        </p:txBody>
      </p:sp>
      <p:sp>
        <p:nvSpPr>
          <p:cNvPr id="313" name="TextBox 313"/>
          <p:cNvSpPr txBox="1"/>
          <p:nvPr/>
        </p:nvSpPr>
        <p:spPr>
          <a:xfrm>
            <a:off x="2790743" y="3789756"/>
            <a:ext cx="728799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00" b="1">
                <a:solidFill>
                  <a:srgbClr val="103722"/>
                </a:solidFill>
                <a:latin typeface="Microsoft YaHei"/>
                <a:ea typeface="Microsoft YaHei"/>
                <a:cs typeface="Microsoft YaHei"/>
              </a:rPr>
              <a:t>天然矿物</a:t>
            </a:r>
            <a:endParaRPr lang="zh-CN" sz="900"/>
          </a:p>
          <a:p>
            <a:pPr algn="ctr"/>
            <a:r>
              <a:rPr lang="zh-CN" sz="900" b="1">
                <a:solidFill>
                  <a:srgbClr val="103722"/>
                </a:solidFill>
                <a:latin typeface="Microsoft YaHei"/>
                <a:ea typeface="Microsoft YaHei"/>
                <a:cs typeface="Microsoft YaHei"/>
              </a:rPr>
              <a:t>填料</a:t>
            </a:r>
            <a:endParaRPr lang="zh-CN" sz="900"/>
          </a:p>
        </p:txBody>
      </p:sp>
      <p:sp>
        <p:nvSpPr>
          <p:cNvPr id="314" name="TextBox 314"/>
          <p:cNvSpPr txBox="1"/>
          <p:nvPr/>
        </p:nvSpPr>
        <p:spPr>
          <a:xfrm>
            <a:off x="3577847" y="3789756"/>
            <a:ext cx="750663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00" b="1">
                <a:solidFill>
                  <a:srgbClr val="103722"/>
                </a:solidFill>
                <a:latin typeface="Microsoft YaHei"/>
                <a:ea typeface="Microsoft YaHei"/>
                <a:cs typeface="Microsoft YaHei"/>
              </a:rPr>
              <a:t>环保生物</a:t>
            </a:r>
            <a:endParaRPr lang="zh-CN" sz="900"/>
          </a:p>
          <a:p>
            <a:pPr algn="ctr"/>
            <a:r>
              <a:rPr lang="zh-CN" sz="900" b="1">
                <a:solidFill>
                  <a:srgbClr val="103722"/>
                </a:solidFill>
                <a:latin typeface="Microsoft YaHei"/>
                <a:ea typeface="Microsoft YaHei"/>
                <a:cs typeface="Microsoft YaHei"/>
              </a:rPr>
              <a:t>功能性助剂</a:t>
            </a:r>
            <a:endParaRPr lang="zh-CN" sz="900"/>
          </a:p>
        </p:txBody>
      </p:sp>
      <p:sp>
        <p:nvSpPr>
          <p:cNvPr id="315" name="TextBox 315"/>
          <p:cNvSpPr txBox="1"/>
          <p:nvPr/>
        </p:nvSpPr>
        <p:spPr>
          <a:xfrm>
            <a:off x="8533681" y="2004198"/>
            <a:ext cx="1355566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吹塑工艺</a:t>
            </a:r>
            <a:endParaRPr lang="zh-CN" sz="1130"/>
          </a:p>
        </p:txBody>
      </p:sp>
      <p:sp>
        <p:nvSpPr>
          <p:cNvPr id="316" name="TextBox 316"/>
          <p:cNvSpPr txBox="1"/>
          <p:nvPr/>
        </p:nvSpPr>
        <p:spPr>
          <a:xfrm>
            <a:off x="10384831" y="2004198"/>
            <a:ext cx="1355566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流延工艺</a:t>
            </a:r>
            <a:endParaRPr lang="zh-CN" sz="1130"/>
          </a:p>
        </p:txBody>
      </p:sp>
      <p:sp>
        <p:nvSpPr>
          <p:cNvPr id="317" name="TextBox 317"/>
          <p:cNvSpPr txBox="1"/>
          <p:nvPr/>
        </p:nvSpPr>
        <p:spPr>
          <a:xfrm>
            <a:off x="8519105" y="2966213"/>
            <a:ext cx="386264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 b="1">
                <a:solidFill>
                  <a:srgbClr val="FFF6C9"/>
                </a:solidFill>
                <a:latin typeface="Microsoft YaHei"/>
                <a:ea typeface="Microsoft YaHei"/>
                <a:cs typeface="Microsoft YaHei"/>
              </a:rPr>
              <a:t>品目</a:t>
            </a:r>
            <a:endParaRPr lang="zh-CN" sz="1300"/>
          </a:p>
        </p:txBody>
      </p:sp>
      <p:sp>
        <p:nvSpPr>
          <p:cNvPr id="318" name="TextBox 318"/>
          <p:cNvSpPr txBox="1"/>
          <p:nvPr/>
        </p:nvSpPr>
        <p:spPr>
          <a:xfrm>
            <a:off x="8941808" y="2886045"/>
            <a:ext cx="976591" cy="4372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50" b="1">
                <a:solidFill>
                  <a:srgbClr val="FFF3BA"/>
                </a:solidFill>
                <a:latin typeface="Microsoft YaHei"/>
                <a:ea typeface="Microsoft YaHei"/>
                <a:cs typeface="Microsoft YaHei"/>
              </a:rPr>
              <a:t>3920</a:t>
            </a:r>
            <a:endParaRPr lang="zh-CN" sz="2950"/>
          </a:p>
        </p:txBody>
      </p:sp>
      <p:sp>
        <p:nvSpPr>
          <p:cNvPr id="319" name="TextBox 319"/>
          <p:cNvSpPr txBox="1"/>
          <p:nvPr/>
        </p:nvSpPr>
        <p:spPr>
          <a:xfrm>
            <a:off x="10209919" y="2944349"/>
            <a:ext cx="1326414" cy="2040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20">
                <a:solidFill>
                  <a:srgbClr val="142C2B"/>
                </a:solidFill>
                <a:latin typeface="Microsoft YaHei"/>
                <a:ea typeface="Microsoft YaHei"/>
                <a:cs typeface="Microsoft YaHei"/>
              </a:rPr>
              <a:t>第三十九章</a:t>
            </a:r>
            <a:endParaRPr lang="zh-CN" sz="1120"/>
          </a:p>
        </p:txBody>
      </p:sp>
      <p:sp>
        <p:nvSpPr>
          <p:cNvPr id="320" name="TextBox 320"/>
          <p:cNvSpPr txBox="1"/>
          <p:nvPr/>
        </p:nvSpPr>
        <p:spPr>
          <a:xfrm>
            <a:off x="10450423" y="3133836"/>
            <a:ext cx="1384718" cy="1967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20">
                <a:solidFill>
                  <a:srgbClr val="142C2B"/>
                </a:solidFill>
                <a:latin typeface="Microsoft YaHei"/>
                <a:ea typeface="Microsoft YaHei"/>
                <a:cs typeface="Microsoft YaHei"/>
              </a:rPr>
              <a:t>“塑料及其制品”</a:t>
            </a:r>
            <a:endParaRPr lang="zh-CN" sz="1120"/>
          </a:p>
        </p:txBody>
      </p:sp>
      <p:sp>
        <p:nvSpPr>
          <p:cNvPr id="321" name="TextBox 321"/>
          <p:cNvSpPr txBox="1"/>
          <p:nvPr/>
        </p:nvSpPr>
        <p:spPr>
          <a:xfrm>
            <a:off x="8701305" y="3520100"/>
            <a:ext cx="1289974" cy="2842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80" b="1">
                <a:solidFill>
                  <a:srgbClr val="E16C00"/>
                </a:solidFill>
                <a:latin typeface="Microsoft YaHei"/>
                <a:ea typeface="Microsoft YaHei"/>
                <a:cs typeface="Microsoft YaHei"/>
              </a:rPr>
              <a:t>若PBAT占比高于PLA</a:t>
            </a:r>
            <a:endParaRPr lang="zh-CN" sz="980"/>
          </a:p>
        </p:txBody>
      </p:sp>
      <p:sp>
        <p:nvSpPr>
          <p:cNvPr id="322" name="TextBox 322"/>
          <p:cNvSpPr txBox="1"/>
          <p:nvPr/>
        </p:nvSpPr>
        <p:spPr>
          <a:xfrm>
            <a:off x="10530590" y="3520100"/>
            <a:ext cx="1297262" cy="2842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80" b="1">
                <a:solidFill>
                  <a:srgbClr val="00612F"/>
                </a:solidFill>
                <a:latin typeface="Microsoft YaHei"/>
                <a:ea typeface="Microsoft YaHei"/>
                <a:cs typeface="Microsoft YaHei"/>
              </a:rPr>
              <a:t>若PLA占比高于PBAT</a:t>
            </a:r>
            <a:endParaRPr lang="zh-CN" sz="980"/>
          </a:p>
        </p:txBody>
      </p:sp>
      <p:sp>
        <p:nvSpPr>
          <p:cNvPr id="323" name="TextBox 323"/>
          <p:cNvSpPr txBox="1"/>
          <p:nvPr/>
        </p:nvSpPr>
        <p:spPr>
          <a:xfrm>
            <a:off x="8460801" y="3862635"/>
            <a:ext cx="320672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B94A00"/>
                </a:solidFill>
                <a:latin typeface="Microsoft YaHei"/>
                <a:ea typeface="Microsoft YaHei"/>
                <a:cs typeface="Microsoft YaHei"/>
              </a:rPr>
              <a:t>归入</a:t>
            </a:r>
            <a:endParaRPr lang="zh-CN" sz="1150"/>
          </a:p>
        </p:txBody>
      </p:sp>
      <p:sp>
        <p:nvSpPr>
          <p:cNvPr id="324" name="TextBox 324"/>
          <p:cNvSpPr txBox="1"/>
          <p:nvPr/>
        </p:nvSpPr>
        <p:spPr>
          <a:xfrm>
            <a:off x="8781472" y="3833484"/>
            <a:ext cx="1202519" cy="29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00" b="1">
                <a:solidFill>
                  <a:srgbClr val="D96A00"/>
                </a:solidFill>
                <a:latin typeface="Microsoft YaHei"/>
                <a:ea typeface="Microsoft YaHei"/>
                <a:cs typeface="Microsoft YaHei"/>
              </a:rPr>
              <a:t>3920699000</a:t>
            </a:r>
            <a:endParaRPr lang="zh-CN" sz="1500"/>
          </a:p>
        </p:txBody>
      </p:sp>
      <p:sp>
        <p:nvSpPr>
          <p:cNvPr id="325" name="TextBox 325"/>
          <p:cNvSpPr txBox="1"/>
          <p:nvPr/>
        </p:nvSpPr>
        <p:spPr>
          <a:xfrm>
            <a:off x="10290087" y="3862635"/>
            <a:ext cx="320672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005C2D"/>
                </a:solidFill>
                <a:latin typeface="Microsoft YaHei"/>
                <a:ea typeface="Microsoft YaHei"/>
                <a:cs typeface="Microsoft YaHei"/>
              </a:rPr>
              <a:t>归入</a:t>
            </a:r>
            <a:endParaRPr lang="zh-CN" sz="1150"/>
          </a:p>
        </p:txBody>
      </p:sp>
      <p:sp>
        <p:nvSpPr>
          <p:cNvPr id="326" name="TextBox 326"/>
          <p:cNvSpPr txBox="1"/>
          <p:nvPr/>
        </p:nvSpPr>
        <p:spPr>
          <a:xfrm>
            <a:off x="10610758" y="3833484"/>
            <a:ext cx="1202519" cy="29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00" b="1">
                <a:solidFill>
                  <a:srgbClr val="007D3C"/>
                </a:solidFill>
                <a:latin typeface="Microsoft YaHei"/>
                <a:ea typeface="Microsoft YaHei"/>
                <a:cs typeface="Microsoft YaHei"/>
              </a:rPr>
              <a:t>3920999090</a:t>
            </a:r>
            <a:endParaRPr lang="zh-CN" sz="1500"/>
          </a:p>
        </p:txBody>
      </p:sp>
      <p:sp>
        <p:nvSpPr>
          <p:cNvPr id="327" name="TextBox 327"/>
          <p:cNvSpPr txBox="1"/>
          <p:nvPr/>
        </p:nvSpPr>
        <p:spPr>
          <a:xfrm>
            <a:off x="444010" y="5006850"/>
            <a:ext cx="1778270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纯PLA材质</a:t>
            </a:r>
            <a:endParaRPr lang="zh-CN" sz="1130"/>
          </a:p>
        </p:txBody>
      </p:sp>
      <p:sp>
        <p:nvSpPr>
          <p:cNvPr id="328" name="TextBox 328"/>
          <p:cNvSpPr txBox="1"/>
          <p:nvPr/>
        </p:nvSpPr>
        <p:spPr>
          <a:xfrm>
            <a:off x="2462784" y="5006850"/>
            <a:ext cx="1778270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纯PBAT材质</a:t>
            </a:r>
            <a:endParaRPr lang="zh-CN" sz="1130"/>
          </a:p>
        </p:txBody>
      </p:sp>
      <p:sp>
        <p:nvSpPr>
          <p:cNvPr id="329" name="TextBox 329"/>
          <p:cNvSpPr txBox="1"/>
          <p:nvPr/>
        </p:nvSpPr>
        <p:spPr>
          <a:xfrm>
            <a:off x="1478905" y="5371250"/>
            <a:ext cx="765239" cy="218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9">
                <a:solidFill>
                  <a:srgbClr val="102D31"/>
                </a:solidFill>
                <a:latin typeface="Microsoft YaHei"/>
                <a:ea typeface="Microsoft YaHei"/>
                <a:cs typeface="Microsoft YaHei"/>
              </a:rPr>
              <a:t>易脆裂</a:t>
            </a:r>
            <a:endParaRPr lang="zh-CN" sz="919"/>
          </a:p>
        </p:txBody>
      </p:sp>
      <p:sp>
        <p:nvSpPr>
          <p:cNvPr id="330" name="TextBox 330"/>
          <p:cNvSpPr txBox="1"/>
          <p:nvPr/>
        </p:nvSpPr>
        <p:spPr>
          <a:xfrm>
            <a:off x="1478905" y="5640905"/>
            <a:ext cx="765239" cy="218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9">
                <a:solidFill>
                  <a:srgbClr val="102D31"/>
                </a:solidFill>
                <a:latin typeface="Microsoft YaHei"/>
                <a:ea typeface="Microsoft YaHei"/>
                <a:cs typeface="Microsoft YaHei"/>
              </a:rPr>
              <a:t>耐高温性差</a:t>
            </a:r>
            <a:endParaRPr lang="zh-CN" sz="919"/>
          </a:p>
        </p:txBody>
      </p:sp>
      <p:sp>
        <p:nvSpPr>
          <p:cNvPr id="331" name="TextBox 331"/>
          <p:cNvSpPr txBox="1"/>
          <p:nvPr/>
        </p:nvSpPr>
        <p:spPr>
          <a:xfrm>
            <a:off x="1478905" y="5910561"/>
            <a:ext cx="765239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9">
                <a:solidFill>
                  <a:srgbClr val="102D31"/>
                </a:solidFill>
                <a:latin typeface="Microsoft YaHei"/>
                <a:ea typeface="Microsoft YaHei"/>
                <a:cs typeface="Microsoft YaHei"/>
              </a:rPr>
              <a:t>不适配机械化</a:t>
            </a:r>
            <a:endParaRPr lang="zh-CN" sz="919"/>
          </a:p>
          <a:p>
            <a:pPr algn="l"/>
            <a:r>
              <a:rPr lang="zh-CN" sz="919">
                <a:solidFill>
                  <a:srgbClr val="102D31"/>
                </a:solidFill>
                <a:latin typeface="Microsoft YaHei"/>
                <a:ea typeface="Microsoft YaHei"/>
                <a:cs typeface="Microsoft YaHei"/>
              </a:rPr>
              <a:t>作业</a:t>
            </a:r>
            <a:endParaRPr lang="zh-CN" sz="919"/>
          </a:p>
        </p:txBody>
      </p:sp>
      <p:sp>
        <p:nvSpPr>
          <p:cNvPr id="332" name="TextBox 332"/>
          <p:cNvSpPr txBox="1"/>
          <p:nvPr/>
        </p:nvSpPr>
        <p:spPr>
          <a:xfrm>
            <a:off x="3483103" y="5371250"/>
            <a:ext cx="823543" cy="218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9">
                <a:solidFill>
                  <a:srgbClr val="102D31"/>
                </a:solidFill>
                <a:latin typeface="Microsoft YaHei"/>
                <a:ea typeface="Microsoft YaHei"/>
                <a:cs typeface="Microsoft YaHei"/>
              </a:rPr>
              <a:t>挺度不足</a:t>
            </a:r>
            <a:endParaRPr lang="zh-CN" sz="919"/>
          </a:p>
        </p:txBody>
      </p:sp>
      <p:sp>
        <p:nvSpPr>
          <p:cNvPr id="333" name="TextBox 333"/>
          <p:cNvSpPr txBox="1"/>
          <p:nvPr/>
        </p:nvSpPr>
        <p:spPr>
          <a:xfrm>
            <a:off x="3483103" y="5640905"/>
            <a:ext cx="823543" cy="218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9">
                <a:solidFill>
                  <a:srgbClr val="102D31"/>
                </a:solidFill>
                <a:latin typeface="Microsoft YaHei"/>
                <a:ea typeface="Microsoft YaHei"/>
                <a:cs typeface="Microsoft YaHei"/>
              </a:rPr>
              <a:t>易粘连变形</a:t>
            </a:r>
            <a:endParaRPr lang="zh-CN" sz="919"/>
          </a:p>
        </p:txBody>
      </p:sp>
      <p:sp>
        <p:nvSpPr>
          <p:cNvPr id="334" name="TextBox 334"/>
          <p:cNvSpPr txBox="1"/>
          <p:nvPr/>
        </p:nvSpPr>
        <p:spPr>
          <a:xfrm>
            <a:off x="3483103" y="5910561"/>
            <a:ext cx="823543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9">
                <a:solidFill>
                  <a:srgbClr val="102D31"/>
                </a:solidFill>
                <a:latin typeface="Microsoft YaHei"/>
                <a:ea typeface="Microsoft YaHei"/>
                <a:cs typeface="Microsoft YaHei"/>
              </a:rPr>
              <a:t>单独成型</a:t>
            </a:r>
            <a:endParaRPr lang="zh-CN" sz="919"/>
          </a:p>
          <a:p>
            <a:pPr algn="l"/>
            <a:r>
              <a:rPr lang="zh-CN" sz="919">
                <a:solidFill>
                  <a:srgbClr val="102D31"/>
                </a:solidFill>
                <a:latin typeface="Microsoft YaHei"/>
                <a:ea typeface="Microsoft YaHei"/>
                <a:cs typeface="Microsoft YaHei"/>
              </a:rPr>
              <a:t>难满足使用要求</a:t>
            </a:r>
            <a:endParaRPr lang="zh-CN" sz="919"/>
          </a:p>
        </p:txBody>
      </p:sp>
      <p:sp>
        <p:nvSpPr>
          <p:cNvPr id="335" name="TextBox 335"/>
          <p:cNvSpPr txBox="1"/>
          <p:nvPr/>
        </p:nvSpPr>
        <p:spPr>
          <a:xfrm>
            <a:off x="4875109" y="5043290"/>
            <a:ext cx="655919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00723B"/>
                </a:solidFill>
                <a:latin typeface="Microsoft YaHei"/>
                <a:ea typeface="Microsoft YaHei"/>
                <a:cs typeface="Microsoft YaHei"/>
              </a:rPr>
              <a:t>PLA</a:t>
            </a:r>
            <a:endParaRPr lang="zh-CN" sz="1150"/>
          </a:p>
        </p:txBody>
      </p:sp>
      <p:sp>
        <p:nvSpPr>
          <p:cNvPr id="336" name="TextBox 336"/>
          <p:cNvSpPr txBox="1"/>
          <p:nvPr/>
        </p:nvSpPr>
        <p:spPr>
          <a:xfrm>
            <a:off x="4875109" y="5210914"/>
            <a:ext cx="779815" cy="218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20">
                <a:solidFill>
                  <a:srgbClr val="102D31"/>
                </a:solidFill>
                <a:latin typeface="Microsoft YaHei"/>
                <a:ea typeface="Microsoft YaHei"/>
                <a:cs typeface="Microsoft YaHei"/>
              </a:rPr>
              <a:t>30%～50%</a:t>
            </a:r>
            <a:endParaRPr lang="zh-CN" sz="1120"/>
          </a:p>
        </p:txBody>
      </p:sp>
      <p:sp>
        <p:nvSpPr>
          <p:cNvPr id="337" name="TextBox 337"/>
          <p:cNvSpPr txBox="1"/>
          <p:nvPr/>
        </p:nvSpPr>
        <p:spPr>
          <a:xfrm>
            <a:off x="6857443" y="5043290"/>
            <a:ext cx="728799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A87500"/>
                </a:solidFill>
                <a:latin typeface="Microsoft YaHei"/>
                <a:ea typeface="Microsoft YaHei"/>
                <a:cs typeface="Microsoft YaHei"/>
              </a:rPr>
              <a:t>PBAT</a:t>
            </a:r>
            <a:endParaRPr lang="zh-CN" sz="1150"/>
          </a:p>
        </p:txBody>
      </p:sp>
      <p:sp>
        <p:nvSpPr>
          <p:cNvPr id="338" name="TextBox 338"/>
          <p:cNvSpPr txBox="1"/>
          <p:nvPr/>
        </p:nvSpPr>
        <p:spPr>
          <a:xfrm>
            <a:off x="6857443" y="5210914"/>
            <a:ext cx="808967" cy="218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20">
                <a:solidFill>
                  <a:srgbClr val="102D31"/>
                </a:solidFill>
                <a:latin typeface="Microsoft YaHei"/>
                <a:ea typeface="Microsoft YaHei"/>
                <a:cs typeface="Microsoft YaHei"/>
              </a:rPr>
              <a:t>45%～65%</a:t>
            </a:r>
            <a:endParaRPr lang="zh-CN" sz="1120"/>
          </a:p>
        </p:txBody>
      </p:sp>
      <p:sp>
        <p:nvSpPr>
          <p:cNvPr id="339" name="TextBox 339"/>
          <p:cNvSpPr txBox="1"/>
          <p:nvPr/>
        </p:nvSpPr>
        <p:spPr>
          <a:xfrm>
            <a:off x="6857443" y="5509722"/>
            <a:ext cx="750663" cy="218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40" b="1">
                <a:solidFill>
                  <a:srgbClr val="00A4DF"/>
                </a:solidFill>
                <a:latin typeface="Microsoft YaHei"/>
                <a:ea typeface="Microsoft YaHei"/>
                <a:cs typeface="Microsoft YaHei"/>
              </a:rPr>
              <a:t>类助剂</a:t>
            </a:r>
            <a:endParaRPr lang="zh-CN" sz="1040"/>
          </a:p>
        </p:txBody>
      </p:sp>
      <p:sp>
        <p:nvSpPr>
          <p:cNvPr id="340" name="TextBox 340"/>
          <p:cNvSpPr txBox="1"/>
          <p:nvPr/>
        </p:nvSpPr>
        <p:spPr>
          <a:xfrm>
            <a:off x="6857443" y="5684633"/>
            <a:ext cx="641343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20" b="1">
                <a:solidFill>
                  <a:srgbClr val="00A4DF"/>
                </a:solidFill>
                <a:latin typeface="Microsoft YaHei"/>
                <a:ea typeface="Microsoft YaHei"/>
                <a:cs typeface="Microsoft YaHei"/>
              </a:rPr>
              <a:t>≤5%</a:t>
            </a:r>
            <a:endParaRPr lang="zh-CN" sz="1120"/>
          </a:p>
        </p:txBody>
      </p:sp>
      <p:sp>
        <p:nvSpPr>
          <p:cNvPr id="341" name="TextBox 341"/>
          <p:cNvSpPr txBox="1"/>
          <p:nvPr/>
        </p:nvSpPr>
        <p:spPr>
          <a:xfrm>
            <a:off x="4700197" y="5983441"/>
            <a:ext cx="2820453" cy="4445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两种基材性能互补，同时满足国标</a:t>
            </a:r>
            <a:endParaRPr lang="zh-CN" sz="1100"/>
          </a:p>
          <a:p>
            <a:pPr algn="ctr"/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力学强度与可控降解双重硬性门槛。</a:t>
            </a:r>
            <a:endParaRPr lang="zh-CN" sz="1100"/>
          </a:p>
        </p:txBody>
      </p:sp>
      <p:sp>
        <p:nvSpPr>
          <p:cNvPr id="342" name="TextBox 342"/>
          <p:cNvSpPr txBox="1"/>
          <p:nvPr/>
        </p:nvSpPr>
        <p:spPr>
          <a:xfrm>
            <a:off x="7906913" y="5582601"/>
            <a:ext cx="634055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0">
                <a:solidFill>
                  <a:srgbClr val="173A30"/>
                </a:solidFill>
                <a:latin typeface="Microsoft YaHei"/>
                <a:ea typeface="Microsoft YaHei"/>
                <a:cs typeface="Microsoft YaHei"/>
              </a:rPr>
              <a:t>地膜</a:t>
            </a:r>
            <a:endParaRPr lang="zh-CN" sz="860"/>
          </a:p>
        </p:txBody>
      </p:sp>
      <p:sp>
        <p:nvSpPr>
          <p:cNvPr id="343" name="TextBox 343"/>
          <p:cNvSpPr txBox="1"/>
          <p:nvPr/>
        </p:nvSpPr>
        <p:spPr>
          <a:xfrm>
            <a:off x="8577409" y="5582601"/>
            <a:ext cx="634055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0">
                <a:solidFill>
                  <a:srgbClr val="173A30"/>
                </a:solidFill>
                <a:latin typeface="Microsoft YaHei"/>
                <a:ea typeface="Microsoft YaHei"/>
                <a:cs typeface="Microsoft YaHei"/>
              </a:rPr>
              <a:t>土壤原生</a:t>
            </a:r>
            <a:endParaRPr lang="zh-CN" sz="860"/>
          </a:p>
          <a:p>
            <a:pPr algn="ctr"/>
            <a:r>
              <a:rPr lang="zh-CN" sz="860">
                <a:solidFill>
                  <a:srgbClr val="173A30"/>
                </a:solidFill>
                <a:latin typeface="Microsoft YaHei"/>
                <a:ea typeface="Microsoft YaHei"/>
                <a:cs typeface="Microsoft YaHei"/>
              </a:rPr>
              <a:t>微生物分解</a:t>
            </a:r>
            <a:endParaRPr lang="zh-CN" sz="860"/>
          </a:p>
        </p:txBody>
      </p:sp>
      <p:sp>
        <p:nvSpPr>
          <p:cNvPr id="344" name="TextBox 344"/>
          <p:cNvSpPr txBox="1"/>
          <p:nvPr/>
        </p:nvSpPr>
        <p:spPr>
          <a:xfrm>
            <a:off x="9247904" y="5582601"/>
            <a:ext cx="634055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0">
                <a:solidFill>
                  <a:srgbClr val="173A30"/>
                </a:solidFill>
                <a:latin typeface="Microsoft YaHei"/>
                <a:ea typeface="Microsoft YaHei"/>
                <a:cs typeface="Microsoft YaHei"/>
              </a:rPr>
              <a:t>二氧化碳</a:t>
            </a:r>
            <a:endParaRPr lang="zh-CN" sz="860"/>
          </a:p>
        </p:txBody>
      </p:sp>
      <p:sp>
        <p:nvSpPr>
          <p:cNvPr id="345" name="TextBox 345"/>
          <p:cNvSpPr txBox="1"/>
          <p:nvPr/>
        </p:nvSpPr>
        <p:spPr>
          <a:xfrm>
            <a:off x="9918399" y="5582601"/>
            <a:ext cx="634055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0">
                <a:solidFill>
                  <a:srgbClr val="173A30"/>
                </a:solidFill>
                <a:latin typeface="Microsoft YaHei"/>
                <a:ea typeface="Microsoft YaHei"/>
                <a:cs typeface="Microsoft YaHei"/>
              </a:rPr>
              <a:t>水</a:t>
            </a:r>
            <a:endParaRPr lang="zh-CN" sz="860"/>
          </a:p>
        </p:txBody>
      </p:sp>
      <p:sp>
        <p:nvSpPr>
          <p:cNvPr id="346" name="TextBox 346"/>
          <p:cNvSpPr txBox="1"/>
          <p:nvPr/>
        </p:nvSpPr>
        <p:spPr>
          <a:xfrm>
            <a:off x="10588894" y="5582601"/>
            <a:ext cx="634055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0">
                <a:solidFill>
                  <a:srgbClr val="173A30"/>
                </a:solidFill>
                <a:latin typeface="Microsoft YaHei"/>
                <a:ea typeface="Microsoft YaHei"/>
                <a:cs typeface="Microsoft YaHei"/>
              </a:rPr>
              <a:t>土壤有机质</a:t>
            </a:r>
            <a:endParaRPr lang="zh-CN" sz="860"/>
          </a:p>
        </p:txBody>
      </p:sp>
      <p:sp>
        <p:nvSpPr>
          <p:cNvPr id="347" name="TextBox 347"/>
          <p:cNvSpPr txBox="1"/>
          <p:nvPr/>
        </p:nvSpPr>
        <p:spPr>
          <a:xfrm>
            <a:off x="11259390" y="5582601"/>
            <a:ext cx="634055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0">
                <a:solidFill>
                  <a:srgbClr val="173A30"/>
                </a:solidFill>
                <a:latin typeface="Microsoft YaHei"/>
                <a:ea typeface="Microsoft YaHei"/>
                <a:cs typeface="Microsoft YaHei"/>
              </a:rPr>
              <a:t>无危害</a:t>
            </a:r>
            <a:endParaRPr lang="zh-CN" sz="860"/>
          </a:p>
          <a:p>
            <a:pPr algn="ctr"/>
            <a:r>
              <a:rPr lang="zh-CN" sz="860">
                <a:solidFill>
                  <a:srgbClr val="173A30"/>
                </a:solidFill>
                <a:latin typeface="Microsoft YaHei"/>
                <a:ea typeface="Microsoft YaHei"/>
                <a:cs typeface="Microsoft YaHei"/>
              </a:rPr>
              <a:t>无机矿物盐</a:t>
            </a:r>
            <a:endParaRPr lang="zh-CN" sz="860"/>
          </a:p>
        </p:txBody>
      </p:sp>
      <p:sp>
        <p:nvSpPr>
          <p:cNvPr id="348" name="TextBox 348"/>
          <p:cNvSpPr txBox="1"/>
          <p:nvPr/>
        </p:nvSpPr>
        <p:spPr>
          <a:xfrm>
            <a:off x="8016233" y="5983441"/>
            <a:ext cx="3738740" cy="4518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9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覆盖作物采收后，可被土壤原生微生物完全分解，最终产物仅为</a:t>
            </a:r>
            <a:endParaRPr lang="zh-CN" sz="919"/>
          </a:p>
          <a:p>
            <a:pPr algn="ctr"/>
            <a:r>
              <a:rPr lang="zh-CN" sz="919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二氧化碳、水、土壤有机质与无危害无机矿物盐，全程无微塑料残留。</a:t>
            </a:r>
            <a:endParaRPr lang="zh-CN" sz="919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