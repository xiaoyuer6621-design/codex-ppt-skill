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1695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Relationship Id="rId11" Type="http://schemas.openxmlformats.org/officeDocument/2006/relationships/image" Target="../media/image23.png"/><Relationship Id="rId12" Type="http://schemas.openxmlformats.org/officeDocument/2006/relationships/image" Target="../media/image24.png"/><Relationship Id="rId13" Type="http://schemas.openxmlformats.org/officeDocument/2006/relationships/image" Target="../media/image25.png"/><Relationship Id="rId14" Type="http://schemas.openxmlformats.org/officeDocument/2006/relationships/image" Target="../media/image26.png"/><Relationship Id="rId15" Type="http://schemas.openxmlformats.org/officeDocument/2006/relationships/image" Target="../media/image27.png"/><Relationship Id="rId16" Type="http://schemas.openxmlformats.org/officeDocument/2006/relationships/image" Target="../media/image28.png"/><Relationship Id="rId17" Type="http://schemas.openxmlformats.org/officeDocument/2006/relationships/image" Target="../media/image29.png"/><Relationship Id="rId18" Type="http://schemas.openxmlformats.org/officeDocument/2006/relationships/image" Target="../media/image30.png"/><Relationship Id="rId19" Type="http://schemas.openxmlformats.org/officeDocument/2006/relationships/image" Target="../media/image31.png"/><Relationship Id="rId20" Type="http://schemas.openxmlformats.org/officeDocument/2006/relationships/image" Target="../media/image32.png"/><Relationship Id="rId21" Type="http://schemas.openxmlformats.org/officeDocument/2006/relationships/image" Target="../media/image33.png"/><Relationship Id="rId22" Type="http://schemas.openxmlformats.org/officeDocument/2006/relationships/image" Target="../media/image34.png"/><Relationship Id="rId23" Type="http://schemas.openxmlformats.org/officeDocument/2006/relationships/image" Target="../media/image35.png"/><Relationship Id="rId24" Type="http://schemas.openxmlformats.org/officeDocument/2006/relationships/image" Target="../media/image36.png"/><Relationship Id="rId25" Type="http://schemas.openxmlformats.org/officeDocument/2006/relationships/image" Target="../media/image37.png"/><Relationship Id="rId26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lean-background"/>
          <p:cNvPicPr/>
          <p:nvPr/>
        </p:nvPicPr>
        <p:blipFill>
          <a:blip r:embed="rId2"/>
          <a:stretch>
            <a:fillRect/>
          </a:stretch>
        </p:blipFill>
        <p:spPr>
          <a:xfrm>
            <a:off x="20475" y="0"/>
            <a:ext cx="12150745" cy="6858000"/>
          </a:xfrm>
          <a:prstGeom prst="rect">
            <a:avLst/>
          </a:prstGeom>
        </p:spPr>
      </p:pic>
      <p:sp>
        <p:nvSpPr>
          <p:cNvPr id="3" name="Roundrect 3"/>
          <p:cNvSpPr/>
          <p:nvPr/>
        </p:nvSpPr>
        <p:spPr>
          <a:xfrm>
            <a:off x="282564" y="1259484"/>
            <a:ext cx="2249599" cy="1718140"/>
          </a:xfrm>
          <a:prstGeom prst="roundRect">
            <a:avLst>
              <a:gd name="adj" fmla="val 10169"/>
            </a:avLst>
          </a:prstGeom>
          <a:solidFill>
            <a:srgbClr val="B5DDFC"/>
          </a:solidFill>
          <a:ln w="8890">
            <a:solidFill>
              <a:srgbClr val="72C9FF"/>
            </a:solidFill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289844" y="3123229"/>
            <a:ext cx="2358803" cy="1412369"/>
          </a:xfrm>
          <a:prstGeom prst="roundRect">
            <a:avLst>
              <a:gd name="adj" fmla="val 12371"/>
            </a:avLst>
          </a:prstGeom>
          <a:solidFill>
            <a:srgbClr val="B5DDFC"/>
          </a:solidFill>
          <a:ln w="8890">
            <a:solidFill>
              <a:srgbClr val="5FD5D5"/>
            </a:solidFill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3041781" y="1208522"/>
            <a:ext cx="1871025" cy="2475287"/>
          </a:xfrm>
          <a:prstGeom prst="roundRect">
            <a:avLst>
              <a:gd name="adj" fmla="val 9339"/>
            </a:avLst>
          </a:prstGeom>
          <a:solidFill>
            <a:srgbClr val="B5DDFC"/>
          </a:solidFill>
          <a:ln w="8890">
            <a:solidFill>
              <a:srgbClr val="71BCFF"/>
            </a:solidFill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5487946" y="1193962"/>
            <a:ext cx="1921987" cy="2671854"/>
          </a:xfrm>
          <a:prstGeom prst="roundRect">
            <a:avLst>
              <a:gd name="adj" fmla="val 9091"/>
            </a:avLst>
          </a:prstGeom>
          <a:solidFill>
            <a:srgbClr val="B5DDFC"/>
          </a:solidFill>
          <a:ln w="8890">
            <a:solidFill>
              <a:srgbClr val="5DDBD9"/>
            </a:solidFill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7788507" y="1259484"/>
            <a:ext cx="2089433" cy="2569930"/>
          </a:xfrm>
          <a:prstGeom prst="roundRect">
            <a:avLst>
              <a:gd name="adj" fmla="val 8362"/>
            </a:avLst>
          </a:prstGeom>
          <a:solidFill>
            <a:srgbClr val="B5DDFC"/>
          </a:solidFill>
          <a:ln w="8890">
            <a:solidFill>
              <a:srgbClr val="FFC984"/>
            </a:solidFill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10358437" y="1594376"/>
            <a:ext cx="1667178" cy="2315121"/>
          </a:xfrm>
          <a:prstGeom prst="roundRect">
            <a:avLst>
              <a:gd name="adj" fmla="val 10480"/>
            </a:avLst>
          </a:prstGeom>
          <a:solidFill>
            <a:srgbClr val="B5DDFC"/>
          </a:solidFill>
          <a:ln w="8890">
            <a:solidFill>
              <a:srgbClr val="B69BFF"/>
            </a:solidFill>
          </a:ln>
        </p:spPr>
        <p:txBody>
          <a:bodyPr/>
          <a:lstStyle/>
          <a:p/>
        </p:txBody>
      </p:sp>
      <p:sp>
        <p:nvSpPr>
          <p:cNvPr id="9" name="Roundrect 9"/>
          <p:cNvSpPr/>
          <p:nvPr/>
        </p:nvSpPr>
        <p:spPr>
          <a:xfrm>
            <a:off x="450010" y="5380108"/>
            <a:ext cx="11379038" cy="1223083"/>
          </a:xfrm>
          <a:prstGeom prst="roundRect">
            <a:avLst>
              <a:gd name="adj" fmla="val 16667"/>
            </a:avLst>
          </a:prstGeom>
          <a:solidFill>
            <a:srgbClr val="BEDFF6"/>
          </a:solidFill>
          <a:ln w="8890">
            <a:solidFill>
              <a:srgbClr val="7ED2FE"/>
            </a:solidFill>
          </a:ln>
        </p:spPr>
        <p:txBody>
          <a:bodyPr/>
          <a:lstStyle/>
          <a:p/>
        </p:txBody>
      </p:sp>
      <p:sp>
        <p:nvSpPr>
          <p:cNvPr id="10" name="Polygon 10"/>
          <p:cNvSpPr/>
          <p:nvPr/>
        </p:nvSpPr>
        <p:spPr>
          <a:xfrm>
            <a:off x="369927" y="283930"/>
            <a:ext cx="7127369" cy="589701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159" y="21600"/>
                </a:lnTo>
                <a:lnTo>
                  <a:pt x="662" y="21600"/>
                </a:lnTo>
                <a:close/>
              </a:path>
            </a:pathLst>
          </a:custGeom>
          <a:solidFill>
            <a:srgbClr val="B7DCF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oundrect 11"/>
          <p:cNvSpPr/>
          <p:nvPr/>
        </p:nvSpPr>
        <p:spPr>
          <a:xfrm>
            <a:off x="268004" y="1237643"/>
            <a:ext cx="2249599" cy="1718140"/>
          </a:xfrm>
          <a:prstGeom prst="roundRect">
            <a:avLst>
              <a:gd name="adj" fmla="val 10169"/>
            </a:avLst>
          </a:prstGeom>
          <a:solidFill>
            <a:srgbClr val="F3FBFF"/>
          </a:solidFill>
          <a:ln w="2159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2" name="Roundrect 12"/>
          <p:cNvSpPr/>
          <p:nvPr/>
        </p:nvSpPr>
        <p:spPr>
          <a:xfrm>
            <a:off x="275284" y="3101389"/>
            <a:ext cx="2358803" cy="1412369"/>
          </a:xfrm>
          <a:prstGeom prst="roundRect">
            <a:avLst>
              <a:gd name="adj" fmla="val 12371"/>
            </a:avLst>
          </a:prstGeom>
          <a:solidFill>
            <a:srgbClr val="F3FBFF"/>
          </a:solidFill>
          <a:ln w="2159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3" name="Roundrect 13"/>
          <p:cNvSpPr/>
          <p:nvPr/>
        </p:nvSpPr>
        <p:spPr>
          <a:xfrm>
            <a:off x="3027220" y="1186682"/>
            <a:ext cx="1871025" cy="2475287"/>
          </a:xfrm>
          <a:prstGeom prst="roundRect">
            <a:avLst>
              <a:gd name="adj" fmla="val 9339"/>
            </a:avLst>
          </a:prstGeom>
          <a:solidFill>
            <a:srgbClr val="F3FBFF"/>
          </a:solidFill>
          <a:ln w="2159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4" name="Roundrect 14"/>
          <p:cNvSpPr/>
          <p:nvPr/>
        </p:nvSpPr>
        <p:spPr>
          <a:xfrm>
            <a:off x="5473386" y="1172121"/>
            <a:ext cx="1921987" cy="2671854"/>
          </a:xfrm>
          <a:prstGeom prst="roundRect">
            <a:avLst>
              <a:gd name="adj" fmla="val 9091"/>
            </a:avLst>
          </a:prstGeom>
          <a:solidFill>
            <a:srgbClr val="F3FBFF"/>
          </a:solidFill>
          <a:ln w="2159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5" name="Roundrect 15"/>
          <p:cNvSpPr/>
          <p:nvPr/>
        </p:nvSpPr>
        <p:spPr>
          <a:xfrm>
            <a:off x="7773946" y="1237643"/>
            <a:ext cx="2089433" cy="2569930"/>
          </a:xfrm>
          <a:prstGeom prst="roundRect">
            <a:avLst>
              <a:gd name="adj" fmla="val 8362"/>
            </a:avLst>
          </a:prstGeom>
          <a:solidFill>
            <a:srgbClr val="F3FBFF"/>
          </a:solidFill>
          <a:ln w="2159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6" name="Roundrect 16"/>
          <p:cNvSpPr/>
          <p:nvPr/>
        </p:nvSpPr>
        <p:spPr>
          <a:xfrm>
            <a:off x="10343876" y="1572535"/>
            <a:ext cx="1667178" cy="2315121"/>
          </a:xfrm>
          <a:prstGeom prst="roundRect">
            <a:avLst>
              <a:gd name="adj" fmla="val 10480"/>
            </a:avLst>
          </a:prstGeom>
          <a:solidFill>
            <a:srgbClr val="F3FBFF"/>
          </a:solidFill>
          <a:ln w="2159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7" name="Roundrect 17"/>
          <p:cNvSpPr/>
          <p:nvPr/>
        </p:nvSpPr>
        <p:spPr>
          <a:xfrm>
            <a:off x="457290" y="5358268"/>
            <a:ext cx="11357197" cy="1215803"/>
          </a:xfrm>
          <a:prstGeom prst="roundRect">
            <a:avLst>
              <a:gd name="adj" fmla="val 16766"/>
            </a:avLst>
          </a:prstGeom>
          <a:solidFill>
            <a:srgbClr val="E8F8FF"/>
          </a:solidFill>
          <a:ln w="2159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8" name="Polygon 18"/>
          <p:cNvSpPr/>
          <p:nvPr/>
        </p:nvSpPr>
        <p:spPr>
          <a:xfrm>
            <a:off x="369927" y="196567"/>
            <a:ext cx="6908962" cy="67706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031" y="21600"/>
                </a:lnTo>
                <a:lnTo>
                  <a:pt x="910" y="21600"/>
                </a:lnTo>
                <a:lnTo>
                  <a:pt x="0" y="12542"/>
                </a:lnTo>
                <a:close/>
              </a:path>
            </a:pathLst>
          </a:custGeom>
          <a:solidFill>
            <a:srgbClr val="0066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Roundrect 19"/>
          <p:cNvSpPr/>
          <p:nvPr/>
        </p:nvSpPr>
        <p:spPr>
          <a:xfrm>
            <a:off x="297125" y="1266764"/>
            <a:ext cx="2191357" cy="1659898"/>
          </a:xfrm>
          <a:prstGeom prst="roundRect">
            <a:avLst>
              <a:gd name="adj" fmla="val 9211"/>
            </a:avLst>
          </a:prstGeom>
          <a:noFill/>
          <a:ln w="10160">
            <a:solidFill>
              <a:srgbClr val="72C9FF"/>
            </a:solidFill>
          </a:ln>
        </p:spPr>
        <p:txBody>
          <a:bodyPr/>
          <a:lstStyle/>
          <a:p/>
        </p:txBody>
      </p:sp>
      <p:sp>
        <p:nvSpPr>
          <p:cNvPr id="20" name="Roundrect 20"/>
          <p:cNvSpPr/>
          <p:nvPr/>
        </p:nvSpPr>
        <p:spPr>
          <a:xfrm>
            <a:off x="304405" y="3130510"/>
            <a:ext cx="2300561" cy="1354127"/>
          </a:xfrm>
          <a:prstGeom prst="roundRect">
            <a:avLst>
              <a:gd name="adj" fmla="val 11290"/>
            </a:avLst>
          </a:prstGeom>
          <a:noFill/>
          <a:ln w="10160">
            <a:solidFill>
              <a:srgbClr val="5FD5D5"/>
            </a:solidFill>
          </a:ln>
        </p:spPr>
        <p:txBody>
          <a:bodyPr/>
          <a:lstStyle/>
          <a:p/>
        </p:txBody>
      </p:sp>
      <p:sp>
        <p:nvSpPr>
          <p:cNvPr id="21" name="Roundrect 21"/>
          <p:cNvSpPr/>
          <p:nvPr/>
        </p:nvSpPr>
        <p:spPr>
          <a:xfrm>
            <a:off x="3056341" y="1215803"/>
            <a:ext cx="1812783" cy="2417045"/>
          </a:xfrm>
          <a:prstGeom prst="roundRect">
            <a:avLst>
              <a:gd name="adj" fmla="val 8434"/>
            </a:avLst>
          </a:prstGeom>
          <a:noFill/>
          <a:ln w="10160">
            <a:solidFill>
              <a:srgbClr val="71BCFF"/>
            </a:solidFill>
          </a:ln>
        </p:spPr>
        <p:txBody>
          <a:bodyPr/>
          <a:lstStyle/>
          <a:p/>
        </p:txBody>
      </p:sp>
      <p:sp>
        <p:nvSpPr>
          <p:cNvPr id="22" name="Roundrect 22"/>
          <p:cNvSpPr/>
          <p:nvPr/>
        </p:nvSpPr>
        <p:spPr>
          <a:xfrm>
            <a:off x="5502507" y="1201242"/>
            <a:ext cx="1863745" cy="2613611"/>
          </a:xfrm>
          <a:prstGeom prst="roundRect">
            <a:avLst>
              <a:gd name="adj" fmla="val 8203"/>
            </a:avLst>
          </a:prstGeom>
          <a:noFill/>
          <a:ln w="10160">
            <a:solidFill>
              <a:srgbClr val="5DDBD9"/>
            </a:solidFill>
          </a:ln>
        </p:spPr>
        <p:txBody>
          <a:bodyPr/>
          <a:lstStyle/>
          <a:p/>
        </p:txBody>
      </p:sp>
      <p:sp>
        <p:nvSpPr>
          <p:cNvPr id="23" name="Roundrect 23"/>
          <p:cNvSpPr/>
          <p:nvPr/>
        </p:nvSpPr>
        <p:spPr>
          <a:xfrm>
            <a:off x="7803067" y="1266764"/>
            <a:ext cx="2031191" cy="2511688"/>
          </a:xfrm>
          <a:prstGeom prst="roundRect">
            <a:avLst>
              <a:gd name="adj" fmla="val 7527"/>
            </a:avLst>
          </a:prstGeom>
          <a:noFill/>
          <a:ln w="10160">
            <a:solidFill>
              <a:srgbClr val="FFC984"/>
            </a:solidFill>
          </a:ln>
        </p:spPr>
        <p:txBody>
          <a:bodyPr/>
          <a:lstStyle/>
          <a:p/>
        </p:txBody>
      </p:sp>
      <p:sp>
        <p:nvSpPr>
          <p:cNvPr id="24" name="Roundrect 24"/>
          <p:cNvSpPr/>
          <p:nvPr/>
        </p:nvSpPr>
        <p:spPr>
          <a:xfrm>
            <a:off x="10372997" y="1601656"/>
            <a:ext cx="1608936" cy="2256879"/>
          </a:xfrm>
          <a:prstGeom prst="roundRect">
            <a:avLst>
              <a:gd name="adj" fmla="val 9502"/>
            </a:avLst>
          </a:prstGeom>
          <a:noFill/>
          <a:ln w="10160">
            <a:solidFill>
              <a:srgbClr val="B69BFF"/>
            </a:solidFill>
          </a:ln>
        </p:spPr>
        <p:txBody>
          <a:bodyPr/>
          <a:lstStyle/>
          <a:p/>
        </p:txBody>
      </p:sp>
      <p:sp>
        <p:nvSpPr>
          <p:cNvPr id="25" name="Rect 25"/>
          <p:cNvSpPr/>
          <p:nvPr/>
        </p:nvSpPr>
        <p:spPr>
          <a:xfrm>
            <a:off x="602895" y="5401949"/>
            <a:ext cx="11051427" cy="14561"/>
          </a:xfrm>
          <a:prstGeom prst="rect">
            <a:avLst/>
          </a:prstGeom>
          <a:solidFill>
            <a:srgbClr val="D4F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Polygon 26"/>
          <p:cNvSpPr/>
          <p:nvPr/>
        </p:nvSpPr>
        <p:spPr>
          <a:xfrm>
            <a:off x="377207" y="203847"/>
            <a:ext cx="6894401" cy="8008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395" y="19636"/>
                </a:lnTo>
                <a:lnTo>
                  <a:pt x="753" y="21600"/>
                </a:lnTo>
                <a:close/>
              </a:path>
            </a:pathLst>
          </a:custGeom>
          <a:solidFill>
            <a:srgbClr val="63C5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Roundrect 27"/>
          <p:cNvSpPr/>
          <p:nvPr/>
        </p:nvSpPr>
        <p:spPr>
          <a:xfrm>
            <a:off x="297125" y="1274045"/>
            <a:ext cx="2191357" cy="553299"/>
          </a:xfrm>
          <a:prstGeom prst="roundRect">
            <a:avLst>
              <a:gd name="adj" fmla="val 26316"/>
            </a:avLst>
          </a:prstGeom>
          <a:solidFill>
            <a:srgbClr val="0086F5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Rect 28"/>
          <p:cNvSpPr/>
          <p:nvPr/>
        </p:nvSpPr>
        <p:spPr>
          <a:xfrm>
            <a:off x="297125" y="1761822"/>
            <a:ext cx="2191357" cy="131045"/>
          </a:xfrm>
          <a:prstGeom prst="rect">
            <a:avLst/>
          </a:prstGeom>
          <a:solidFill>
            <a:srgbClr val="0086F5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Roundrect 29"/>
          <p:cNvSpPr/>
          <p:nvPr/>
        </p:nvSpPr>
        <p:spPr>
          <a:xfrm>
            <a:off x="304405" y="3137790"/>
            <a:ext cx="2300561" cy="495057"/>
          </a:xfrm>
          <a:prstGeom prst="roundRect">
            <a:avLst>
              <a:gd name="adj" fmla="val 29412"/>
            </a:avLst>
          </a:prstGeom>
          <a:solidFill>
            <a:srgbClr val="00A9AF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Rect 30"/>
          <p:cNvSpPr/>
          <p:nvPr/>
        </p:nvSpPr>
        <p:spPr>
          <a:xfrm>
            <a:off x="304405" y="3567325"/>
            <a:ext cx="2300561" cy="131045"/>
          </a:xfrm>
          <a:prstGeom prst="rect">
            <a:avLst/>
          </a:prstGeom>
          <a:solidFill>
            <a:srgbClr val="00A9AF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Roundrect 31"/>
          <p:cNvSpPr/>
          <p:nvPr/>
        </p:nvSpPr>
        <p:spPr>
          <a:xfrm>
            <a:off x="3056341" y="1223083"/>
            <a:ext cx="1812783" cy="509618"/>
          </a:xfrm>
          <a:prstGeom prst="roundRect">
            <a:avLst>
              <a:gd name="adj" fmla="val 28571"/>
            </a:avLst>
          </a:prstGeom>
          <a:solidFill>
            <a:srgbClr val="168AF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Rect 32"/>
          <p:cNvSpPr/>
          <p:nvPr/>
        </p:nvSpPr>
        <p:spPr>
          <a:xfrm>
            <a:off x="3056341" y="1667178"/>
            <a:ext cx="1812783" cy="131045"/>
          </a:xfrm>
          <a:prstGeom prst="rect">
            <a:avLst/>
          </a:prstGeom>
          <a:solidFill>
            <a:srgbClr val="168AFA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Roundrect 33"/>
          <p:cNvSpPr/>
          <p:nvPr/>
        </p:nvSpPr>
        <p:spPr>
          <a:xfrm>
            <a:off x="5502507" y="1208522"/>
            <a:ext cx="1863745" cy="480497"/>
          </a:xfrm>
          <a:prstGeom prst="roundRect">
            <a:avLst>
              <a:gd name="adj" fmla="val 30303"/>
            </a:avLst>
          </a:prstGeom>
          <a:solidFill>
            <a:srgbClr val="19B8C0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Rect 34"/>
          <p:cNvSpPr/>
          <p:nvPr/>
        </p:nvSpPr>
        <p:spPr>
          <a:xfrm>
            <a:off x="5502507" y="1623497"/>
            <a:ext cx="1863745" cy="131045"/>
          </a:xfrm>
          <a:prstGeom prst="rect">
            <a:avLst/>
          </a:prstGeom>
          <a:solidFill>
            <a:srgbClr val="19B8C0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Roundrect 35"/>
          <p:cNvSpPr/>
          <p:nvPr/>
        </p:nvSpPr>
        <p:spPr>
          <a:xfrm>
            <a:off x="7803067" y="1274045"/>
            <a:ext cx="2031191" cy="531459"/>
          </a:xfrm>
          <a:prstGeom prst="roundRect">
            <a:avLst>
              <a:gd name="adj" fmla="val 27397"/>
            </a:avLst>
          </a:prstGeom>
          <a:solidFill>
            <a:srgbClr val="FF9308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Rect 36"/>
          <p:cNvSpPr/>
          <p:nvPr/>
        </p:nvSpPr>
        <p:spPr>
          <a:xfrm>
            <a:off x="7803067" y="1739981"/>
            <a:ext cx="2031191" cy="131045"/>
          </a:xfrm>
          <a:prstGeom prst="rect">
            <a:avLst/>
          </a:prstGeom>
          <a:solidFill>
            <a:srgbClr val="FF9308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Roundrect 37"/>
          <p:cNvSpPr/>
          <p:nvPr/>
        </p:nvSpPr>
        <p:spPr>
          <a:xfrm>
            <a:off x="10372997" y="1608936"/>
            <a:ext cx="1608936" cy="502338"/>
          </a:xfrm>
          <a:prstGeom prst="roundRect">
            <a:avLst>
              <a:gd name="adj" fmla="val 28986"/>
            </a:avLst>
          </a:prstGeom>
          <a:solidFill>
            <a:srgbClr val="743CF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Rect 38"/>
          <p:cNvSpPr/>
          <p:nvPr/>
        </p:nvSpPr>
        <p:spPr>
          <a:xfrm>
            <a:off x="10372997" y="2045752"/>
            <a:ext cx="1608936" cy="131045"/>
          </a:xfrm>
          <a:prstGeom prst="rect">
            <a:avLst/>
          </a:prstGeom>
          <a:solidFill>
            <a:srgbClr val="743CFA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Roundrect 39"/>
          <p:cNvSpPr/>
          <p:nvPr/>
        </p:nvSpPr>
        <p:spPr>
          <a:xfrm>
            <a:off x="297125" y="1790943"/>
            <a:ext cx="2191357" cy="1135720"/>
          </a:xfrm>
          <a:prstGeom prst="roundRect">
            <a:avLst>
              <a:gd name="adj" fmla="val 12179"/>
            </a:avLst>
          </a:prstGeom>
          <a:solidFill>
            <a:srgbClr val="F5FBFE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Roundrect 40"/>
          <p:cNvSpPr/>
          <p:nvPr/>
        </p:nvSpPr>
        <p:spPr>
          <a:xfrm>
            <a:off x="304405" y="3596446"/>
            <a:ext cx="2300561" cy="888191"/>
          </a:xfrm>
          <a:prstGeom prst="roundRect">
            <a:avLst>
              <a:gd name="adj" fmla="val 15574"/>
            </a:avLst>
          </a:prstGeom>
          <a:solidFill>
            <a:srgbClr val="F5FBFE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Roundrect 41"/>
          <p:cNvSpPr/>
          <p:nvPr/>
        </p:nvSpPr>
        <p:spPr>
          <a:xfrm>
            <a:off x="3056341" y="1696299"/>
            <a:ext cx="1812783" cy="1936548"/>
          </a:xfrm>
          <a:prstGeom prst="roundRect">
            <a:avLst>
              <a:gd name="adj" fmla="val 7631"/>
            </a:avLst>
          </a:prstGeom>
          <a:solidFill>
            <a:srgbClr val="F5FBFE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Roundrect 42"/>
          <p:cNvSpPr/>
          <p:nvPr/>
        </p:nvSpPr>
        <p:spPr>
          <a:xfrm>
            <a:off x="5502507" y="1652618"/>
            <a:ext cx="1863745" cy="2162236"/>
          </a:xfrm>
          <a:prstGeom prst="roundRect">
            <a:avLst>
              <a:gd name="adj" fmla="val 7422"/>
            </a:avLst>
          </a:prstGeom>
          <a:solidFill>
            <a:srgbClr val="F5FBFE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Roundrect 43"/>
          <p:cNvSpPr/>
          <p:nvPr/>
        </p:nvSpPr>
        <p:spPr>
          <a:xfrm>
            <a:off x="7803067" y="1769102"/>
            <a:ext cx="2031191" cy="2009350"/>
          </a:xfrm>
          <a:prstGeom prst="roundRect">
            <a:avLst>
              <a:gd name="adj" fmla="val 6884"/>
            </a:avLst>
          </a:prstGeom>
          <a:solidFill>
            <a:srgbClr val="F5FBFE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Roundrect 44"/>
          <p:cNvSpPr/>
          <p:nvPr/>
        </p:nvSpPr>
        <p:spPr>
          <a:xfrm>
            <a:off x="10372997" y="2074873"/>
            <a:ext cx="1608936" cy="1783662"/>
          </a:xfrm>
          <a:prstGeom prst="roundRect">
            <a:avLst>
              <a:gd name="adj" fmla="val 8597"/>
            </a:avLst>
          </a:prstGeom>
          <a:solidFill>
            <a:srgbClr val="F5FBFE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Rect 45"/>
          <p:cNvSpPr/>
          <p:nvPr/>
        </p:nvSpPr>
        <p:spPr>
          <a:xfrm>
            <a:off x="428169" y="1288605"/>
            <a:ext cx="1929268" cy="21841"/>
          </a:xfrm>
          <a:prstGeom prst="rect">
            <a:avLst/>
          </a:prstGeom>
          <a:solidFill>
            <a:srgbClr val="C4F1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Rect 46"/>
          <p:cNvSpPr/>
          <p:nvPr/>
        </p:nvSpPr>
        <p:spPr>
          <a:xfrm>
            <a:off x="435450" y="3152350"/>
            <a:ext cx="2038471" cy="21841"/>
          </a:xfrm>
          <a:prstGeom prst="rect">
            <a:avLst/>
          </a:prstGeom>
          <a:solidFill>
            <a:srgbClr val="C4F1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Rect 47"/>
          <p:cNvSpPr/>
          <p:nvPr/>
        </p:nvSpPr>
        <p:spPr>
          <a:xfrm>
            <a:off x="3187386" y="1237643"/>
            <a:ext cx="1550694" cy="21841"/>
          </a:xfrm>
          <a:prstGeom prst="rect">
            <a:avLst/>
          </a:prstGeom>
          <a:solidFill>
            <a:srgbClr val="C4F1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Rect 48"/>
          <p:cNvSpPr/>
          <p:nvPr/>
        </p:nvSpPr>
        <p:spPr>
          <a:xfrm>
            <a:off x="5633551" y="1223083"/>
            <a:ext cx="1601656" cy="21841"/>
          </a:xfrm>
          <a:prstGeom prst="rect">
            <a:avLst/>
          </a:prstGeom>
          <a:solidFill>
            <a:srgbClr val="C4F1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Rect 49"/>
          <p:cNvSpPr/>
          <p:nvPr/>
        </p:nvSpPr>
        <p:spPr>
          <a:xfrm>
            <a:off x="7934112" y="1288605"/>
            <a:ext cx="1769102" cy="21841"/>
          </a:xfrm>
          <a:prstGeom prst="rect">
            <a:avLst/>
          </a:prstGeom>
          <a:solidFill>
            <a:srgbClr val="C4F1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Rect 50"/>
          <p:cNvSpPr/>
          <p:nvPr/>
        </p:nvSpPr>
        <p:spPr>
          <a:xfrm>
            <a:off x="10504042" y="1623497"/>
            <a:ext cx="1346847" cy="21841"/>
          </a:xfrm>
          <a:prstGeom prst="rect">
            <a:avLst/>
          </a:prstGeom>
          <a:solidFill>
            <a:srgbClr val="C4F1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Polygon 51"/>
          <p:cNvSpPr/>
          <p:nvPr/>
        </p:nvSpPr>
        <p:spPr>
          <a:xfrm>
            <a:off x="464571" y="5074338"/>
            <a:ext cx="2256879" cy="67706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5342"/>
                </a:moveTo>
                <a:lnTo>
                  <a:pt x="1324" y="232"/>
                </a:lnTo>
                <a:lnTo>
                  <a:pt x="19579" y="0"/>
                </a:lnTo>
                <a:lnTo>
                  <a:pt x="21600" y="6735"/>
                </a:lnTo>
                <a:lnTo>
                  <a:pt x="19788" y="15097"/>
                </a:lnTo>
                <a:lnTo>
                  <a:pt x="1533" y="16490"/>
                </a:lnTo>
                <a:lnTo>
                  <a:pt x="0" y="21600"/>
                </a:lnTo>
                <a:close/>
              </a:path>
            </a:pathLst>
          </a:custGeom>
          <a:solidFill>
            <a:srgbClr val="0079F8"/>
          </a:solidFill>
          <a:ln w="15240">
            <a:solidFill>
              <a:srgbClr val="A7E4FF"/>
            </a:solidFill>
          </a:ln>
        </p:spPr>
        <p:txBody>
          <a:bodyPr/>
          <a:lstStyle/>
          <a:p/>
        </p:txBody>
      </p:sp>
      <p:sp>
        <p:nvSpPr>
          <p:cNvPr id="52" name="Polygon 52"/>
          <p:cNvSpPr/>
          <p:nvPr/>
        </p:nvSpPr>
        <p:spPr>
          <a:xfrm>
            <a:off x="588335" y="5081618"/>
            <a:ext cx="1914707" cy="6552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329" y="2400"/>
                </a:moveTo>
                <a:lnTo>
                  <a:pt x="21600" y="0"/>
                </a:lnTo>
                <a:lnTo>
                  <a:pt x="20861" y="19200"/>
                </a:lnTo>
                <a:lnTo>
                  <a:pt x="0" y="21600"/>
                </a:lnTo>
                <a:close/>
              </a:path>
            </a:pathLst>
          </a:custGeom>
          <a:solidFill>
            <a:srgbClr val="60C9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Roundrect 53"/>
          <p:cNvSpPr/>
          <p:nvPr/>
        </p:nvSpPr>
        <p:spPr>
          <a:xfrm>
            <a:off x="413609" y="1892866"/>
            <a:ext cx="1951108" cy="400414"/>
          </a:xfrm>
          <a:prstGeom prst="roundRect">
            <a:avLst>
              <a:gd name="adj" fmla="val 23636"/>
            </a:avLst>
          </a:prstGeom>
          <a:solidFill>
            <a:srgbClr val="F8FCFF"/>
          </a:solidFill>
          <a:ln w="7620">
            <a:solidFill>
              <a:srgbClr val="9DCDFF"/>
            </a:solidFill>
          </a:ln>
        </p:spPr>
        <p:txBody>
          <a:bodyPr/>
          <a:lstStyle/>
          <a:p/>
        </p:txBody>
      </p:sp>
      <p:sp>
        <p:nvSpPr>
          <p:cNvPr id="54" name="Roundrect 54"/>
          <p:cNvSpPr/>
          <p:nvPr/>
        </p:nvSpPr>
        <p:spPr>
          <a:xfrm>
            <a:off x="413609" y="2366083"/>
            <a:ext cx="1951108" cy="407694"/>
          </a:xfrm>
          <a:prstGeom prst="roundRect">
            <a:avLst>
              <a:gd name="adj" fmla="val 23214"/>
            </a:avLst>
          </a:prstGeom>
          <a:solidFill>
            <a:srgbClr val="F8FCFF"/>
          </a:solidFill>
          <a:ln w="7620">
            <a:solidFill>
              <a:srgbClr val="9DCDFF"/>
            </a:solidFill>
          </a:ln>
        </p:spPr>
        <p:txBody>
          <a:bodyPr/>
          <a:lstStyle/>
          <a:p/>
        </p:txBody>
      </p:sp>
      <p:sp>
        <p:nvSpPr>
          <p:cNvPr id="55" name="Roundrect 55"/>
          <p:cNvSpPr/>
          <p:nvPr/>
        </p:nvSpPr>
        <p:spPr>
          <a:xfrm>
            <a:off x="413609" y="3691089"/>
            <a:ext cx="2089433" cy="662503"/>
          </a:xfrm>
          <a:prstGeom prst="roundRect">
            <a:avLst>
              <a:gd name="adj" fmla="val 15385"/>
            </a:avLst>
          </a:prstGeom>
          <a:solidFill>
            <a:srgbClr val="F0FCFD"/>
          </a:solidFill>
          <a:ln w="7620">
            <a:solidFill>
              <a:srgbClr val="80D6D8"/>
            </a:solidFill>
          </a:ln>
        </p:spPr>
        <p:txBody>
          <a:bodyPr/>
          <a:lstStyle/>
          <a:p/>
        </p:txBody>
      </p:sp>
      <p:sp>
        <p:nvSpPr>
          <p:cNvPr id="56" name="Roundrect 56"/>
          <p:cNvSpPr/>
          <p:nvPr/>
        </p:nvSpPr>
        <p:spPr>
          <a:xfrm>
            <a:off x="3201946" y="1798223"/>
            <a:ext cx="1470611" cy="444096"/>
          </a:xfrm>
          <a:prstGeom prst="roundRect">
            <a:avLst>
              <a:gd name="adj" fmla="val 21311"/>
            </a:avLst>
          </a:prstGeom>
          <a:solidFill>
            <a:srgbClr val="F8FCFF"/>
          </a:solidFill>
          <a:ln w="7620">
            <a:solidFill>
              <a:srgbClr val="9DCDFF"/>
            </a:solidFill>
          </a:ln>
        </p:spPr>
        <p:txBody>
          <a:bodyPr/>
          <a:lstStyle/>
          <a:p/>
        </p:txBody>
      </p:sp>
      <p:sp>
        <p:nvSpPr>
          <p:cNvPr id="57" name="Roundrect 57"/>
          <p:cNvSpPr/>
          <p:nvPr/>
        </p:nvSpPr>
        <p:spPr>
          <a:xfrm>
            <a:off x="3201946" y="2431605"/>
            <a:ext cx="1470611" cy="451376"/>
          </a:xfrm>
          <a:prstGeom prst="roundRect">
            <a:avLst>
              <a:gd name="adj" fmla="val 20968"/>
            </a:avLst>
          </a:prstGeom>
          <a:solidFill>
            <a:srgbClr val="F8FCFF"/>
          </a:solidFill>
          <a:ln w="7620">
            <a:solidFill>
              <a:srgbClr val="9DCDFF"/>
            </a:solidFill>
          </a:ln>
        </p:spPr>
        <p:txBody>
          <a:bodyPr/>
          <a:lstStyle/>
          <a:p/>
        </p:txBody>
      </p:sp>
      <p:sp>
        <p:nvSpPr>
          <p:cNvPr id="58" name="Roundrect 58"/>
          <p:cNvSpPr/>
          <p:nvPr/>
        </p:nvSpPr>
        <p:spPr>
          <a:xfrm>
            <a:off x="3201946" y="3072268"/>
            <a:ext cx="1470611" cy="444096"/>
          </a:xfrm>
          <a:prstGeom prst="roundRect">
            <a:avLst>
              <a:gd name="adj" fmla="val 21311"/>
            </a:avLst>
          </a:prstGeom>
          <a:solidFill>
            <a:srgbClr val="F8FCFF"/>
          </a:solidFill>
          <a:ln w="7620">
            <a:solidFill>
              <a:srgbClr val="9DCDFF"/>
            </a:solidFill>
          </a:ln>
        </p:spPr>
        <p:txBody>
          <a:bodyPr/>
          <a:lstStyle/>
          <a:p/>
        </p:txBody>
      </p:sp>
      <p:sp>
        <p:nvSpPr>
          <p:cNvPr id="59" name="Roundrect 59"/>
          <p:cNvSpPr/>
          <p:nvPr/>
        </p:nvSpPr>
        <p:spPr>
          <a:xfrm>
            <a:off x="5677233" y="1739981"/>
            <a:ext cx="1550694" cy="851790"/>
          </a:xfrm>
          <a:prstGeom prst="roundRect">
            <a:avLst>
              <a:gd name="adj" fmla="val 11966"/>
            </a:avLst>
          </a:prstGeom>
          <a:solidFill>
            <a:srgbClr val="F5FCFC"/>
          </a:solidFill>
          <a:ln w="7620">
            <a:solidFill>
              <a:srgbClr val="7ACDD0"/>
            </a:solidFill>
          </a:ln>
        </p:spPr>
        <p:txBody>
          <a:bodyPr/>
          <a:lstStyle/>
          <a:p/>
        </p:txBody>
      </p:sp>
      <p:sp>
        <p:nvSpPr>
          <p:cNvPr id="60" name="Roundrect 60"/>
          <p:cNvSpPr/>
          <p:nvPr/>
        </p:nvSpPr>
        <p:spPr>
          <a:xfrm>
            <a:off x="5677233" y="2781057"/>
            <a:ext cx="1550694" cy="385854"/>
          </a:xfrm>
          <a:prstGeom prst="roundRect">
            <a:avLst>
              <a:gd name="adj" fmla="val 22642"/>
            </a:avLst>
          </a:prstGeom>
          <a:solidFill>
            <a:srgbClr val="F2FCFC"/>
          </a:solidFill>
          <a:ln w="7620">
            <a:solidFill>
              <a:srgbClr val="7ACDD0"/>
            </a:solidFill>
          </a:ln>
        </p:spPr>
        <p:txBody>
          <a:bodyPr/>
          <a:lstStyle/>
          <a:p/>
        </p:txBody>
      </p:sp>
      <p:sp>
        <p:nvSpPr>
          <p:cNvPr id="61" name="Roundrect 61"/>
          <p:cNvSpPr/>
          <p:nvPr/>
        </p:nvSpPr>
        <p:spPr>
          <a:xfrm>
            <a:off x="5677233" y="3290675"/>
            <a:ext cx="1550694" cy="385854"/>
          </a:xfrm>
          <a:prstGeom prst="roundRect">
            <a:avLst>
              <a:gd name="adj" fmla="val 22642"/>
            </a:avLst>
          </a:prstGeom>
          <a:solidFill>
            <a:srgbClr val="F2FCFC"/>
          </a:solidFill>
          <a:ln w="7620">
            <a:solidFill>
              <a:srgbClr val="7ACDD0"/>
            </a:solidFill>
          </a:ln>
        </p:spPr>
        <p:txBody>
          <a:bodyPr/>
          <a:lstStyle/>
          <a:p/>
        </p:txBody>
      </p:sp>
      <p:sp>
        <p:nvSpPr>
          <p:cNvPr id="62" name="Roundrect 62"/>
          <p:cNvSpPr/>
          <p:nvPr/>
        </p:nvSpPr>
        <p:spPr>
          <a:xfrm>
            <a:off x="8006914" y="1943828"/>
            <a:ext cx="1630777" cy="793548"/>
          </a:xfrm>
          <a:prstGeom prst="roundRect">
            <a:avLst>
              <a:gd name="adj" fmla="val 12844"/>
            </a:avLst>
          </a:prstGeom>
          <a:solidFill>
            <a:srgbClr val="FFFCF6"/>
          </a:solidFill>
          <a:ln w="7620">
            <a:solidFill>
              <a:srgbClr val="FFD09D"/>
            </a:solidFill>
          </a:ln>
        </p:spPr>
        <p:txBody>
          <a:bodyPr/>
          <a:lstStyle/>
          <a:p/>
        </p:txBody>
      </p:sp>
      <p:sp>
        <p:nvSpPr>
          <p:cNvPr id="63" name="Roundrect 63"/>
          <p:cNvSpPr/>
          <p:nvPr/>
        </p:nvSpPr>
        <p:spPr>
          <a:xfrm>
            <a:off x="8006914" y="3101389"/>
            <a:ext cx="1652618" cy="451376"/>
          </a:xfrm>
          <a:prstGeom prst="roundRect">
            <a:avLst>
              <a:gd name="adj" fmla="val 19355"/>
            </a:avLst>
          </a:prstGeom>
          <a:solidFill>
            <a:srgbClr val="FFFCF6"/>
          </a:solidFill>
          <a:ln w="7620">
            <a:solidFill>
              <a:srgbClr val="FFD09D"/>
            </a:solidFill>
          </a:ln>
        </p:spPr>
        <p:txBody>
          <a:bodyPr/>
          <a:lstStyle/>
          <a:p/>
        </p:txBody>
      </p:sp>
      <p:sp>
        <p:nvSpPr>
          <p:cNvPr id="64" name="Roundrect 64"/>
          <p:cNvSpPr/>
          <p:nvPr/>
        </p:nvSpPr>
        <p:spPr>
          <a:xfrm>
            <a:off x="10489481" y="2205917"/>
            <a:ext cx="1405089" cy="669783"/>
          </a:xfrm>
          <a:prstGeom prst="roundRect">
            <a:avLst>
              <a:gd name="adj" fmla="val 15217"/>
            </a:avLst>
          </a:prstGeom>
          <a:solidFill>
            <a:srgbClr val="FCFAFF"/>
          </a:solidFill>
          <a:ln w="7620">
            <a:solidFill>
              <a:srgbClr val="B89DFF"/>
            </a:solidFill>
          </a:ln>
        </p:spPr>
        <p:txBody>
          <a:bodyPr/>
          <a:lstStyle/>
          <a:p/>
        </p:txBody>
      </p:sp>
      <p:sp>
        <p:nvSpPr>
          <p:cNvPr id="65" name="Roundrect 65"/>
          <p:cNvSpPr/>
          <p:nvPr/>
        </p:nvSpPr>
        <p:spPr>
          <a:xfrm>
            <a:off x="10489481" y="3021306"/>
            <a:ext cx="1405089" cy="669783"/>
          </a:xfrm>
          <a:prstGeom prst="roundRect">
            <a:avLst>
              <a:gd name="adj" fmla="val 15217"/>
            </a:avLst>
          </a:prstGeom>
          <a:solidFill>
            <a:srgbClr val="FCFAFF"/>
          </a:solidFill>
          <a:ln w="7620">
            <a:solidFill>
              <a:srgbClr val="B89DFF"/>
            </a:solidFill>
          </a:ln>
        </p:spPr>
        <p:txBody>
          <a:bodyPr/>
          <a:lstStyle/>
          <a:p/>
        </p:txBody>
      </p:sp>
      <p:sp>
        <p:nvSpPr>
          <p:cNvPr id="66" name="Roundrect 66"/>
          <p:cNvSpPr/>
          <p:nvPr/>
        </p:nvSpPr>
        <p:spPr>
          <a:xfrm>
            <a:off x="1287239" y="5634917"/>
            <a:ext cx="2256879" cy="757146"/>
          </a:xfrm>
          <a:prstGeom prst="roundRect">
            <a:avLst>
              <a:gd name="adj" fmla="val 13462"/>
            </a:avLst>
          </a:prstGeom>
          <a:solidFill>
            <a:srgbClr val="F9FDFF"/>
          </a:solidFill>
          <a:ln w="7620">
            <a:solidFill>
              <a:srgbClr val="8FC7FF"/>
            </a:solidFill>
          </a:ln>
        </p:spPr>
        <p:txBody>
          <a:bodyPr/>
          <a:lstStyle/>
          <a:p/>
        </p:txBody>
      </p:sp>
      <p:sp>
        <p:nvSpPr>
          <p:cNvPr id="67" name="Roundrect 67"/>
          <p:cNvSpPr/>
          <p:nvPr/>
        </p:nvSpPr>
        <p:spPr>
          <a:xfrm>
            <a:off x="3973653" y="5649478"/>
            <a:ext cx="2278720" cy="742586"/>
          </a:xfrm>
          <a:prstGeom prst="roundRect">
            <a:avLst>
              <a:gd name="adj" fmla="val 13725"/>
            </a:avLst>
          </a:prstGeom>
          <a:solidFill>
            <a:srgbClr val="F9FDFF"/>
          </a:solidFill>
          <a:ln w="7620">
            <a:solidFill>
              <a:srgbClr val="8FC7FF"/>
            </a:solidFill>
          </a:ln>
        </p:spPr>
        <p:txBody>
          <a:bodyPr/>
          <a:lstStyle/>
          <a:p/>
        </p:txBody>
      </p:sp>
      <p:sp>
        <p:nvSpPr>
          <p:cNvPr id="68" name="Roundrect 68"/>
          <p:cNvSpPr/>
          <p:nvPr/>
        </p:nvSpPr>
        <p:spPr>
          <a:xfrm>
            <a:off x="6667348" y="5649478"/>
            <a:ext cx="2278720" cy="742586"/>
          </a:xfrm>
          <a:prstGeom prst="roundRect">
            <a:avLst>
              <a:gd name="adj" fmla="val 13725"/>
            </a:avLst>
          </a:prstGeom>
          <a:solidFill>
            <a:srgbClr val="F9FDFF"/>
          </a:solidFill>
          <a:ln w="7620">
            <a:solidFill>
              <a:srgbClr val="8FC7FF"/>
            </a:solidFill>
          </a:ln>
        </p:spPr>
        <p:txBody>
          <a:bodyPr/>
          <a:lstStyle/>
          <a:p/>
        </p:txBody>
      </p:sp>
      <p:sp>
        <p:nvSpPr>
          <p:cNvPr id="69" name="Roundrect 69"/>
          <p:cNvSpPr/>
          <p:nvPr/>
        </p:nvSpPr>
        <p:spPr>
          <a:xfrm>
            <a:off x="9368322" y="5649478"/>
            <a:ext cx="2118554" cy="742586"/>
          </a:xfrm>
          <a:prstGeom prst="roundRect">
            <a:avLst>
              <a:gd name="adj" fmla="val 13725"/>
            </a:avLst>
          </a:prstGeom>
          <a:solidFill>
            <a:srgbClr val="F9FDFF"/>
          </a:solidFill>
          <a:ln w="7620">
            <a:solidFill>
              <a:srgbClr val="8FC7FF"/>
            </a:solidFill>
          </a:ln>
        </p:spPr>
        <p:txBody>
          <a:bodyPr/>
          <a:lstStyle/>
          <a:p/>
        </p:txBody>
      </p:sp>
      <p:sp>
        <p:nvSpPr>
          <p:cNvPr id="70" name="Line 70"/>
          <p:cNvSpPr/>
          <p:nvPr/>
        </p:nvSpPr>
        <p:spPr>
          <a:xfrm>
            <a:off x="3544118" y="6020771"/>
            <a:ext cx="283930" cy="0"/>
          </a:xfrm>
          <a:prstGeom prst="line">
            <a:avLst/>
          </a:prstGeom>
          <a:noFill/>
          <a:ln w="77470">
            <a:solidFill>
              <a:srgbClr val="168EFF"/>
            </a:solidFill>
            <a:headEnd type="none"/>
            <a:tailEnd type="triangle"/>
          </a:ln>
        </p:spPr>
        <p:txBody>
          <a:bodyPr/>
          <a:lstStyle/>
          <a:p/>
        </p:txBody>
      </p:sp>
      <p:sp>
        <p:nvSpPr>
          <p:cNvPr id="71" name="Line 71"/>
          <p:cNvSpPr/>
          <p:nvPr/>
        </p:nvSpPr>
        <p:spPr>
          <a:xfrm>
            <a:off x="6252373" y="6020771"/>
            <a:ext cx="283930" cy="0"/>
          </a:xfrm>
          <a:prstGeom prst="line">
            <a:avLst/>
          </a:prstGeom>
          <a:noFill/>
          <a:ln w="77470">
            <a:solidFill>
              <a:srgbClr val="168EFF"/>
            </a:solidFill>
            <a:headEnd type="none"/>
            <a:tailEnd type="triangle"/>
          </a:ln>
        </p:spPr>
        <p:txBody>
          <a:bodyPr/>
          <a:lstStyle/>
          <a:p/>
        </p:txBody>
      </p:sp>
      <p:sp>
        <p:nvSpPr>
          <p:cNvPr id="72" name="Line 72"/>
          <p:cNvSpPr/>
          <p:nvPr/>
        </p:nvSpPr>
        <p:spPr>
          <a:xfrm>
            <a:off x="8946067" y="6020771"/>
            <a:ext cx="291210" cy="0"/>
          </a:xfrm>
          <a:prstGeom prst="line">
            <a:avLst/>
          </a:prstGeom>
          <a:noFill/>
          <a:ln w="77470">
            <a:solidFill>
              <a:srgbClr val="168EFF"/>
            </a:solidFill>
            <a:headEnd type="none"/>
            <a:tailEnd type="triangle"/>
          </a:ln>
        </p:spPr>
        <p:txBody>
          <a:bodyPr/>
          <a:lstStyle/>
          <a:p/>
        </p:txBody>
      </p:sp>
      <p:sp>
        <p:nvSpPr>
          <p:cNvPr id="73" name="Line 73"/>
          <p:cNvSpPr/>
          <p:nvPr/>
        </p:nvSpPr>
        <p:spPr>
          <a:xfrm>
            <a:off x="2503042" y="2468006"/>
            <a:ext cx="531459" cy="0"/>
          </a:xfrm>
          <a:prstGeom prst="line">
            <a:avLst/>
          </a:prstGeom>
          <a:noFill/>
          <a:ln w="26670">
            <a:solidFill>
              <a:srgbClr val="00B8F1"/>
            </a:solidFill>
            <a:headEnd type="none"/>
            <a:tailEnd type="triangle"/>
          </a:ln>
        </p:spPr>
        <p:txBody>
          <a:bodyPr/>
          <a:lstStyle/>
          <a:p/>
        </p:txBody>
      </p:sp>
      <p:sp>
        <p:nvSpPr>
          <p:cNvPr id="74" name="Line 74"/>
          <p:cNvSpPr/>
          <p:nvPr/>
        </p:nvSpPr>
        <p:spPr>
          <a:xfrm>
            <a:off x="3937252" y="2249599"/>
            <a:ext cx="0" cy="174726"/>
          </a:xfrm>
          <a:prstGeom prst="line">
            <a:avLst/>
          </a:prstGeom>
          <a:noFill/>
          <a:ln w="15875">
            <a:solidFill>
              <a:srgbClr val="0097EB"/>
            </a:solidFill>
            <a:headEnd type="none"/>
            <a:tailEnd type="triangle"/>
          </a:ln>
        </p:spPr>
        <p:txBody>
          <a:bodyPr/>
          <a:lstStyle/>
          <a:p/>
        </p:txBody>
      </p:sp>
      <p:sp>
        <p:nvSpPr>
          <p:cNvPr id="75" name="Line 75"/>
          <p:cNvSpPr/>
          <p:nvPr/>
        </p:nvSpPr>
        <p:spPr>
          <a:xfrm>
            <a:off x="3937252" y="2882981"/>
            <a:ext cx="0" cy="182006"/>
          </a:xfrm>
          <a:prstGeom prst="line">
            <a:avLst/>
          </a:prstGeom>
          <a:noFill/>
          <a:ln w="15875">
            <a:solidFill>
              <a:srgbClr val="0097EB"/>
            </a:solidFill>
            <a:headEnd type="none"/>
            <a:tailEnd type="triangle"/>
          </a:ln>
        </p:spPr>
        <p:txBody>
          <a:bodyPr/>
          <a:lstStyle/>
          <a:p/>
        </p:txBody>
      </p:sp>
      <p:sp>
        <p:nvSpPr>
          <p:cNvPr id="76" name="Line 76"/>
          <p:cNvSpPr/>
          <p:nvPr/>
        </p:nvSpPr>
        <p:spPr>
          <a:xfrm>
            <a:off x="4803602" y="2366083"/>
            <a:ext cx="706185" cy="0"/>
          </a:xfrm>
          <a:prstGeom prst="line">
            <a:avLst/>
          </a:prstGeom>
          <a:noFill/>
          <a:ln w="22860">
            <a:solidFill>
              <a:srgbClr val="00AAE5"/>
            </a:solidFill>
            <a:headEnd type="none"/>
            <a:tailEnd type="triangle"/>
          </a:ln>
        </p:spPr>
        <p:txBody>
          <a:bodyPr/>
          <a:lstStyle/>
          <a:p/>
        </p:txBody>
      </p:sp>
      <p:sp>
        <p:nvSpPr>
          <p:cNvPr id="77" name="Line 77"/>
          <p:cNvSpPr/>
          <p:nvPr/>
        </p:nvSpPr>
        <p:spPr>
          <a:xfrm>
            <a:off x="6434379" y="2591771"/>
            <a:ext cx="0" cy="182006"/>
          </a:xfrm>
          <a:prstGeom prst="line">
            <a:avLst/>
          </a:prstGeom>
          <a:noFill/>
          <a:ln w="15875">
            <a:solidFill>
              <a:srgbClr val="00A6A6"/>
            </a:solidFill>
            <a:headEnd type="none"/>
            <a:tailEnd type="triangle"/>
          </a:ln>
        </p:spPr>
        <p:txBody>
          <a:bodyPr/>
          <a:lstStyle/>
          <a:p/>
        </p:txBody>
      </p:sp>
      <p:sp>
        <p:nvSpPr>
          <p:cNvPr id="78" name="Line 78"/>
          <p:cNvSpPr/>
          <p:nvPr/>
        </p:nvSpPr>
        <p:spPr>
          <a:xfrm>
            <a:off x="6434379" y="3166911"/>
            <a:ext cx="0" cy="123764"/>
          </a:xfrm>
          <a:prstGeom prst="line">
            <a:avLst/>
          </a:prstGeom>
          <a:noFill/>
          <a:ln w="15875">
            <a:solidFill>
              <a:srgbClr val="00A6A6"/>
            </a:solidFill>
            <a:headEnd type="none"/>
            <a:tailEnd type="triangle"/>
          </a:ln>
        </p:spPr>
        <p:txBody>
          <a:bodyPr/>
          <a:lstStyle/>
          <a:p/>
        </p:txBody>
      </p:sp>
      <p:sp>
        <p:nvSpPr>
          <p:cNvPr id="79" name="Line 79"/>
          <p:cNvSpPr/>
          <p:nvPr/>
        </p:nvSpPr>
        <p:spPr>
          <a:xfrm>
            <a:off x="7271609" y="3108669"/>
            <a:ext cx="684344" cy="0"/>
          </a:xfrm>
          <a:prstGeom prst="line">
            <a:avLst/>
          </a:prstGeom>
          <a:noFill/>
          <a:ln w="20320">
            <a:solidFill>
              <a:srgbClr val="EBA62B"/>
            </a:solidFill>
            <a:headEnd type="none"/>
            <a:tailEnd type="triangle"/>
          </a:ln>
        </p:spPr>
        <p:txBody>
          <a:bodyPr/>
          <a:lstStyle/>
          <a:p/>
        </p:txBody>
      </p:sp>
      <p:sp>
        <p:nvSpPr>
          <p:cNvPr id="80" name="Line 80"/>
          <p:cNvSpPr/>
          <p:nvPr/>
        </p:nvSpPr>
        <p:spPr>
          <a:xfrm>
            <a:off x="8829583" y="2737376"/>
            <a:ext cx="0" cy="364013"/>
          </a:xfrm>
          <a:prstGeom prst="line">
            <a:avLst/>
          </a:prstGeom>
          <a:noFill/>
          <a:ln w="16510">
            <a:solidFill>
              <a:srgbClr val="F79600"/>
            </a:solidFill>
            <a:headEnd type="none"/>
            <a:tailEnd type="triangle"/>
          </a:ln>
        </p:spPr>
        <p:txBody>
          <a:bodyPr/>
          <a:lstStyle/>
          <a:p/>
        </p:txBody>
      </p:sp>
      <p:sp>
        <p:nvSpPr>
          <p:cNvPr id="81" name="Line 81"/>
          <p:cNvSpPr/>
          <p:nvPr/>
        </p:nvSpPr>
        <p:spPr>
          <a:xfrm>
            <a:off x="9739615" y="2773777"/>
            <a:ext cx="669783" cy="0"/>
          </a:xfrm>
          <a:prstGeom prst="line">
            <a:avLst/>
          </a:prstGeom>
          <a:noFill/>
          <a:ln w="24130">
            <a:solidFill>
              <a:srgbClr val="8248FF"/>
            </a:solidFill>
            <a:headEnd type="none"/>
            <a:tailEnd type="triangle"/>
          </a:ln>
        </p:spPr>
        <p:txBody>
          <a:bodyPr/>
          <a:lstStyle/>
          <a:p/>
        </p:txBody>
      </p:sp>
      <p:sp>
        <p:nvSpPr>
          <p:cNvPr id="82" name="Path 82"/>
          <p:cNvSpPr/>
          <p:nvPr/>
        </p:nvSpPr>
        <p:spPr>
          <a:xfrm>
            <a:off x="2626806" y="3698369"/>
            <a:ext cx="1164841" cy="334892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21600"/>
                </a:moveTo>
                <a:lnTo>
                  <a:pt x="18630" y="21600"/>
                </a:lnTo>
                <a:quadBezTo>
                  <a:pt x="21600" y="21600"/>
                  <a:pt x="21600" y="11270"/>
                </a:quadBezTo>
                <a:lnTo>
                  <a:pt x="21600" y="0"/>
                </a:lnTo>
              </a:path>
            </a:pathLst>
          </a:custGeom>
          <a:noFill/>
          <a:ln w="22860">
            <a:solidFill>
              <a:srgbClr val="00A7AA"/>
            </a:solidFill>
            <a:headEnd type="none"/>
            <a:tailEnd type="triangle"/>
          </a:ln>
        </p:spPr>
        <p:txBody>
          <a:bodyPr/>
          <a:lstStyle/>
          <a:p/>
        </p:txBody>
      </p:sp>
      <p:pic>
        <p:nvPicPr>
          <p:cNvPr id="83" name="reference-chip-wave"/>
          <p:cNvPicPr/>
          <p:nvPr/>
        </p:nvPicPr>
        <p:blipFill>
          <a:blip r:embed="rId3"/>
          <a:stretch>
            <a:fillRect/>
          </a:stretch>
        </p:blipFill>
        <p:spPr>
          <a:xfrm>
            <a:off x="407268" y="1247654"/>
            <a:ext cx="558701" cy="555119"/>
          </a:xfrm>
          <a:prstGeom prst="rect">
            <a:avLst/>
          </a:prstGeom>
        </p:spPr>
      </p:pic>
      <p:pic>
        <p:nvPicPr>
          <p:cNvPr id="84" name="measurement-bars"/>
          <p:cNvPicPr/>
          <p:nvPr/>
        </p:nvPicPr>
        <p:blipFill>
          <a:blip r:embed="rId4"/>
          <a:stretch>
            <a:fillRect/>
          </a:stretch>
        </p:blipFill>
        <p:spPr>
          <a:xfrm>
            <a:off x="3102678" y="1248706"/>
            <a:ext cx="438785" cy="458372"/>
          </a:xfrm>
          <a:prstGeom prst="rect">
            <a:avLst/>
          </a:prstGeom>
        </p:spPr>
      </p:pic>
      <p:pic>
        <p:nvPicPr>
          <p:cNvPr id="85" name="control-gear"/>
          <p:cNvPicPr/>
          <p:nvPr/>
        </p:nvPicPr>
        <p:blipFill>
          <a:blip r:embed="rId5"/>
          <a:stretch>
            <a:fillRect/>
          </a:stretch>
        </p:blipFill>
        <p:spPr>
          <a:xfrm>
            <a:off x="5550109" y="1221184"/>
            <a:ext cx="450816" cy="440614"/>
          </a:xfrm>
          <a:prstGeom prst="rect">
            <a:avLst/>
          </a:prstGeom>
        </p:spPr>
      </p:pic>
      <p:pic>
        <p:nvPicPr>
          <p:cNvPr id="86" name="crystal-wave"/>
          <p:cNvPicPr/>
          <p:nvPr/>
        </p:nvPicPr>
        <p:blipFill>
          <a:blip r:embed="rId6"/>
          <a:stretch>
            <a:fillRect/>
          </a:stretch>
        </p:blipFill>
        <p:spPr>
          <a:xfrm>
            <a:off x="7826750" y="1333649"/>
            <a:ext cx="607857" cy="419531"/>
          </a:xfrm>
          <a:prstGeom prst="rect">
            <a:avLst/>
          </a:prstGeom>
        </p:spPr>
      </p:pic>
      <p:pic>
        <p:nvPicPr>
          <p:cNvPr id="87" name="output-bars"/>
          <p:cNvPicPr/>
          <p:nvPr/>
        </p:nvPicPr>
        <p:blipFill>
          <a:blip r:embed="rId7"/>
          <a:stretch>
            <a:fillRect/>
          </a:stretch>
        </p:blipFill>
        <p:spPr>
          <a:xfrm>
            <a:off x="10463060" y="1699481"/>
            <a:ext cx="460536" cy="335808"/>
          </a:xfrm>
          <a:prstGeom prst="rect">
            <a:avLst/>
          </a:prstGeom>
        </p:spPr>
      </p:pic>
      <p:pic>
        <p:nvPicPr>
          <p:cNvPr id="88" name="oscillator-wave"/>
          <p:cNvPicPr/>
          <p:nvPr/>
        </p:nvPicPr>
        <p:blipFill>
          <a:blip r:embed="rId8"/>
          <a:stretch>
            <a:fillRect/>
          </a:stretch>
        </p:blipFill>
        <p:spPr>
          <a:xfrm>
            <a:off x="367369" y="3131276"/>
            <a:ext cx="602097" cy="478964"/>
          </a:xfrm>
          <a:prstGeom prst="rect">
            <a:avLst/>
          </a:prstGeom>
        </p:spPr>
      </p:pic>
      <p:pic>
        <p:nvPicPr>
          <p:cNvPr id="89" name="database"/>
          <p:cNvPicPr/>
          <p:nvPr/>
        </p:nvPicPr>
        <p:blipFill>
          <a:blip r:embed="rId9"/>
          <a:stretch>
            <a:fillRect/>
          </a:stretch>
        </p:blipFill>
        <p:spPr>
          <a:xfrm>
            <a:off x="685104" y="5095138"/>
            <a:ext cx="432564" cy="468016"/>
          </a:xfrm>
          <a:prstGeom prst="rect">
            <a:avLst/>
          </a:prstGeom>
        </p:spPr>
      </p:pic>
      <p:pic>
        <p:nvPicPr>
          <p:cNvPr id="90" name="thermometer"/>
          <p:cNvPicPr/>
          <p:nvPr/>
        </p:nvPicPr>
        <p:blipFill>
          <a:blip r:embed="rId10"/>
          <a:stretch>
            <a:fillRect/>
          </a:stretch>
        </p:blipFill>
        <p:spPr>
          <a:xfrm>
            <a:off x="1439623" y="5708017"/>
            <a:ext cx="401418" cy="589106"/>
          </a:xfrm>
          <a:prstGeom prst="rect">
            <a:avLst/>
          </a:prstGeom>
        </p:spPr>
      </p:pic>
      <p:pic>
        <p:nvPicPr>
          <p:cNvPr id="91" name="document"/>
          <p:cNvPicPr/>
          <p:nvPr/>
        </p:nvPicPr>
        <p:blipFill>
          <a:blip r:embed="rId11"/>
          <a:stretch>
            <a:fillRect/>
          </a:stretch>
        </p:blipFill>
        <p:spPr>
          <a:xfrm>
            <a:off x="4131107" y="5735738"/>
            <a:ext cx="449520" cy="533665"/>
          </a:xfrm>
          <a:prstGeom prst="rect">
            <a:avLst/>
          </a:prstGeom>
        </p:spPr>
      </p:pic>
      <p:pic>
        <p:nvPicPr>
          <p:cNvPr id="92" name="usb"/>
          <p:cNvPicPr/>
          <p:nvPr/>
        </p:nvPicPr>
        <p:blipFill>
          <a:blip r:embed="rId12"/>
          <a:stretch>
            <a:fillRect/>
          </a:stretch>
        </p:blipFill>
        <p:spPr>
          <a:xfrm>
            <a:off x="6853925" y="5682893"/>
            <a:ext cx="449513" cy="595672"/>
          </a:xfrm>
          <a:prstGeom prst="rect">
            <a:avLst/>
          </a:prstGeom>
        </p:spPr>
      </p:pic>
      <p:pic>
        <p:nvPicPr>
          <p:cNvPr id="93" name="monitor"/>
          <p:cNvPicPr/>
          <p:nvPr/>
        </p:nvPicPr>
        <p:blipFill>
          <a:blip r:embed="rId13"/>
          <a:stretch>
            <a:fillRect/>
          </a:stretch>
        </p:blipFill>
        <p:spPr>
          <a:xfrm>
            <a:off x="9516354" y="5760122"/>
            <a:ext cx="497484" cy="484896"/>
          </a:xfrm>
          <a:prstGeom prst="rect">
            <a:avLst/>
          </a:prstGeom>
        </p:spPr>
      </p:pic>
      <p:pic>
        <p:nvPicPr>
          <p:cNvPr id="94" name="central-chip-orbit"/>
          <p:cNvPicPr/>
          <p:nvPr/>
        </p:nvPicPr>
        <p:blipFill>
          <a:blip r:embed="rId14"/>
          <a:stretch>
            <a:fillRect/>
          </a:stretch>
        </p:blipFill>
        <p:spPr>
          <a:xfrm>
            <a:off x="4053736" y="3902217"/>
            <a:ext cx="4572000" cy="1477892"/>
          </a:xfrm>
          <a:prstGeom prst="rect">
            <a:avLst/>
          </a:prstGeom>
        </p:spPr>
      </p:pic>
      <p:sp>
        <p:nvSpPr>
          <p:cNvPr id="95" name="Path 95"/>
          <p:cNvSpPr/>
          <p:nvPr/>
        </p:nvSpPr>
        <p:spPr>
          <a:xfrm>
            <a:off x="4075577" y="3647408"/>
            <a:ext cx="1041076" cy="567860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0"/>
                </a:moveTo>
                <a:lnTo>
                  <a:pt x="0" y="15508"/>
                </a:lnTo>
                <a:quadBezTo>
                  <a:pt x="0" y="21600"/>
                  <a:pt x="3474" y="21600"/>
                </a:quadBezTo>
                <a:lnTo>
                  <a:pt x="21600" y="21600"/>
                </a:lnTo>
              </a:path>
            </a:pathLst>
          </a:custGeom>
          <a:noFill/>
          <a:ln w="21590">
            <a:solidFill>
              <a:srgbClr val="0099E9"/>
            </a:solidFill>
            <a:headEnd type="none"/>
            <a:tailEnd type="triangle"/>
          </a:ln>
        </p:spPr>
        <p:txBody>
          <a:bodyPr/>
          <a:lstStyle/>
          <a:p/>
        </p:txBody>
      </p:sp>
      <p:sp>
        <p:nvSpPr>
          <p:cNvPr id="96" name="Path 96"/>
          <p:cNvSpPr/>
          <p:nvPr/>
        </p:nvSpPr>
        <p:spPr>
          <a:xfrm>
            <a:off x="7460895" y="3552764"/>
            <a:ext cx="1375968" cy="647943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21600" y="0"/>
                </a:moveTo>
                <a:lnTo>
                  <a:pt x="21600" y="15533"/>
                </a:lnTo>
                <a:quadBezTo>
                  <a:pt x="21600" y="21600"/>
                  <a:pt x="18743" y="21600"/>
                </a:quadBezTo>
                <a:lnTo>
                  <a:pt x="0" y="21600"/>
                </a:lnTo>
              </a:path>
            </a:pathLst>
          </a:custGeom>
          <a:noFill/>
          <a:ln w="21590">
            <a:solidFill>
              <a:srgbClr val="168FCC"/>
            </a:solidFill>
            <a:headEnd type="none"/>
            <a:tailEnd type="triangle"/>
          </a:ln>
        </p:spPr>
        <p:txBody>
          <a:bodyPr/>
          <a:lstStyle/>
          <a:p/>
        </p:txBody>
      </p:sp>
      <p:sp>
        <p:nvSpPr>
          <p:cNvPr id="97" name="Line 97"/>
          <p:cNvSpPr/>
          <p:nvPr/>
        </p:nvSpPr>
        <p:spPr>
          <a:xfrm flipV="1">
            <a:off x="6412539" y="3734771"/>
            <a:ext cx="0" cy="254809"/>
          </a:xfrm>
          <a:prstGeom prst="line">
            <a:avLst/>
          </a:prstGeom>
          <a:noFill/>
          <a:ln w="25400">
            <a:solidFill>
              <a:srgbClr val="07B8C8"/>
            </a:solidFill>
            <a:headEnd type="triangle"/>
            <a:tailEnd type="triangle"/>
          </a:ln>
        </p:spPr>
        <p:txBody>
          <a:bodyPr/>
          <a:lstStyle/>
          <a:p/>
        </p:txBody>
      </p:sp>
      <p:sp>
        <p:nvSpPr>
          <p:cNvPr id="98" name="Line 98"/>
          <p:cNvSpPr/>
          <p:nvPr/>
        </p:nvSpPr>
        <p:spPr>
          <a:xfrm flipV="1">
            <a:off x="6383418" y="4965134"/>
            <a:ext cx="0" cy="444096"/>
          </a:xfrm>
          <a:prstGeom prst="line">
            <a:avLst/>
          </a:prstGeom>
          <a:noFill/>
          <a:ln w="133350">
            <a:solidFill>
              <a:srgbClr val="46BDFC"/>
            </a:solidFill>
            <a:headEnd type="none"/>
            <a:tailEnd type="triangle"/>
          </a:ln>
        </p:spPr>
        <p:txBody>
          <a:bodyPr/>
          <a:lstStyle/>
          <a:p/>
        </p:txBody>
      </p:sp>
      <p:sp>
        <p:nvSpPr>
          <p:cNvPr id="99" name="TextBox 99"/>
          <p:cNvSpPr txBox="1"/>
          <p:nvPr/>
        </p:nvSpPr>
        <p:spPr>
          <a:xfrm>
            <a:off x="1141634" y="247529"/>
            <a:ext cx="5860605" cy="56786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540" b="1" i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总体架构：测量、控制与输出</a:t>
            </a:r>
            <a:endParaRPr lang="zh-CN" sz="3540"/>
          </a:p>
        </p:txBody>
      </p:sp>
      <p:sp>
        <p:nvSpPr>
          <p:cNvPr id="100" name="TextBox 100"/>
          <p:cNvSpPr txBox="1"/>
          <p:nvPr/>
        </p:nvSpPr>
        <p:spPr>
          <a:xfrm>
            <a:off x="981469" y="1346847"/>
            <a:ext cx="1441490" cy="37129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2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参考输入</a:t>
            </a:r>
            <a:endParaRPr lang="zh-CN" sz="1720"/>
          </a:p>
        </p:txBody>
      </p:sp>
      <p:sp>
        <p:nvSpPr>
          <p:cNvPr id="101" name="TextBox 101"/>
          <p:cNvSpPr txBox="1"/>
          <p:nvPr/>
        </p:nvSpPr>
        <p:spPr>
          <a:xfrm>
            <a:off x="945067" y="3188752"/>
            <a:ext cx="1594376" cy="35673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7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本地晶振（可调）</a:t>
            </a:r>
            <a:endParaRPr lang="zh-CN" sz="1570"/>
          </a:p>
        </p:txBody>
      </p:sp>
      <p:sp>
        <p:nvSpPr>
          <p:cNvPr id="102" name="TextBox 102"/>
          <p:cNvSpPr txBox="1"/>
          <p:nvPr/>
        </p:nvSpPr>
        <p:spPr>
          <a:xfrm>
            <a:off x="3558679" y="1295885"/>
            <a:ext cx="1208522" cy="37129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2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测量链</a:t>
            </a:r>
            <a:endParaRPr lang="zh-CN" sz="1720"/>
          </a:p>
        </p:txBody>
      </p:sp>
      <p:sp>
        <p:nvSpPr>
          <p:cNvPr id="103" name="TextBox 103"/>
          <p:cNvSpPr txBox="1"/>
          <p:nvPr/>
        </p:nvSpPr>
        <p:spPr>
          <a:xfrm>
            <a:off x="6012125" y="1266764"/>
            <a:ext cx="1252204" cy="37129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2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控制链</a:t>
            </a:r>
            <a:endParaRPr lang="zh-CN" sz="1720"/>
          </a:p>
        </p:txBody>
      </p:sp>
      <p:sp>
        <p:nvSpPr>
          <p:cNvPr id="104" name="TextBox 104"/>
          <p:cNvSpPr txBox="1"/>
          <p:nvPr/>
        </p:nvSpPr>
        <p:spPr>
          <a:xfrm>
            <a:off x="8421889" y="1346847"/>
            <a:ext cx="1346847" cy="37129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2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晶振与输出链</a:t>
            </a:r>
            <a:endParaRPr lang="zh-CN" sz="1720"/>
          </a:p>
        </p:txBody>
      </p:sp>
      <p:sp>
        <p:nvSpPr>
          <p:cNvPr id="105" name="TextBox 105"/>
          <p:cNvSpPr txBox="1"/>
          <p:nvPr/>
        </p:nvSpPr>
        <p:spPr>
          <a:xfrm>
            <a:off x="10889895" y="1681739"/>
            <a:ext cx="1041076" cy="3421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2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输出信号</a:t>
            </a:r>
            <a:endParaRPr lang="zh-CN" sz="1720"/>
          </a:p>
        </p:txBody>
      </p:sp>
      <p:sp>
        <p:nvSpPr>
          <p:cNvPr id="106" name="TextBox 106"/>
          <p:cNvSpPr txBox="1"/>
          <p:nvPr/>
        </p:nvSpPr>
        <p:spPr>
          <a:xfrm>
            <a:off x="1192596" y="5132580"/>
            <a:ext cx="1004675" cy="35673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20" b="1" i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数据链</a:t>
            </a:r>
            <a:endParaRPr lang="zh-CN" sz="1720"/>
          </a:p>
        </p:txBody>
      </p:sp>
      <p:sp>
        <p:nvSpPr>
          <p:cNvPr id="107" name="TextBox 107"/>
          <p:cNvSpPr txBox="1"/>
          <p:nvPr/>
        </p:nvSpPr>
        <p:spPr>
          <a:xfrm>
            <a:off x="588335" y="1965669"/>
            <a:ext cx="1616217" cy="24024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20" b="1">
                <a:solidFill>
                  <a:srgbClr val="003E80"/>
                </a:solidFill>
                <a:latin typeface="Noto Sans CJK SC"/>
                <a:ea typeface="Noto Sans CJK SC"/>
                <a:cs typeface="Noto Sans CJK SC"/>
              </a:rPr>
              <a:t>1PPS 输入（优先）</a:t>
            </a:r>
            <a:endParaRPr lang="zh-CN" sz="1320"/>
          </a:p>
        </p:txBody>
      </p:sp>
      <p:sp>
        <p:nvSpPr>
          <p:cNvPr id="108" name="TextBox 108"/>
          <p:cNvSpPr txBox="1"/>
          <p:nvPr/>
        </p:nvSpPr>
        <p:spPr>
          <a:xfrm>
            <a:off x="530093" y="2431605"/>
            <a:ext cx="1732701" cy="24752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20" b="1">
                <a:solidFill>
                  <a:srgbClr val="003E80"/>
                </a:solidFill>
                <a:latin typeface="Noto Sans CJK SC"/>
                <a:ea typeface="Noto Sans CJK SC"/>
                <a:cs typeface="Noto Sans CJK SC"/>
              </a:rPr>
              <a:t>10 MHz 输入（待定）</a:t>
            </a:r>
            <a:endParaRPr lang="zh-CN" sz="1320"/>
          </a:p>
        </p:txBody>
      </p:sp>
      <p:sp>
        <p:nvSpPr>
          <p:cNvPr id="109" name="TextBox 109"/>
          <p:cNvSpPr txBox="1"/>
          <p:nvPr/>
        </p:nvSpPr>
        <p:spPr>
          <a:xfrm>
            <a:off x="471851" y="3778452"/>
            <a:ext cx="1980229" cy="24024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30">
                <a:solidFill>
                  <a:srgbClr val="064176"/>
                </a:solidFill>
                <a:latin typeface="Noto Sans CJK SC"/>
                <a:ea typeface="Noto Sans CJK SC"/>
                <a:cs typeface="Noto Sans CJK SC"/>
              </a:rPr>
              <a:t>VCXO / VCTCXO / OCXO</a:t>
            </a:r>
            <a:endParaRPr lang="zh-CN" sz="1230"/>
          </a:p>
        </p:txBody>
      </p:sp>
      <p:sp>
        <p:nvSpPr>
          <p:cNvPr id="110" name="TextBox 110"/>
          <p:cNvSpPr txBox="1"/>
          <p:nvPr/>
        </p:nvSpPr>
        <p:spPr>
          <a:xfrm>
            <a:off x="471851" y="4033261"/>
            <a:ext cx="1980229" cy="22568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30">
                <a:solidFill>
                  <a:srgbClr val="064176"/>
                </a:solidFill>
                <a:latin typeface="Noto Sans CJK SC"/>
                <a:ea typeface="Noto Sans CJK SC"/>
                <a:cs typeface="Noto Sans CJK SC"/>
              </a:rPr>
              <a:t>（断电更换，型号待定）</a:t>
            </a:r>
            <a:endParaRPr lang="zh-CN" sz="1130"/>
          </a:p>
        </p:txBody>
      </p:sp>
      <p:sp>
        <p:nvSpPr>
          <p:cNvPr id="111" name="TextBox 111"/>
          <p:cNvSpPr txBox="1"/>
          <p:nvPr/>
        </p:nvSpPr>
        <p:spPr>
          <a:xfrm>
            <a:off x="3296590" y="1900146"/>
            <a:ext cx="1295885" cy="2329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30" b="1">
                <a:solidFill>
                  <a:srgbClr val="004184"/>
                </a:solidFill>
                <a:latin typeface="Noto Sans CJK SC"/>
                <a:ea typeface="Noto Sans CJK SC"/>
                <a:cs typeface="Noto Sans CJK SC"/>
              </a:rPr>
              <a:t>参考保护与整形</a:t>
            </a:r>
            <a:endParaRPr lang="zh-CN" sz="1230"/>
          </a:p>
        </p:txBody>
      </p:sp>
      <p:sp>
        <p:nvSpPr>
          <p:cNvPr id="112" name="TextBox 112"/>
          <p:cNvSpPr txBox="1"/>
          <p:nvPr/>
        </p:nvSpPr>
        <p:spPr>
          <a:xfrm>
            <a:off x="3296590" y="2526248"/>
            <a:ext cx="1295885" cy="24024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30" b="1">
                <a:solidFill>
                  <a:srgbClr val="004184"/>
                </a:solidFill>
                <a:latin typeface="Noto Sans CJK SC"/>
                <a:ea typeface="Noto Sans CJK SC"/>
                <a:cs typeface="Noto Sans CJK SC"/>
              </a:rPr>
              <a:t>与本振比较</a:t>
            </a:r>
            <a:endParaRPr lang="zh-CN" sz="1230"/>
          </a:p>
        </p:txBody>
      </p:sp>
      <p:sp>
        <p:nvSpPr>
          <p:cNvPr id="113" name="TextBox 113"/>
          <p:cNvSpPr txBox="1"/>
          <p:nvPr/>
        </p:nvSpPr>
        <p:spPr>
          <a:xfrm>
            <a:off x="3289309" y="3174191"/>
            <a:ext cx="1303166" cy="24024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30" b="1">
                <a:solidFill>
                  <a:srgbClr val="004184"/>
                </a:solidFill>
                <a:latin typeface="Noto Sans CJK SC"/>
                <a:ea typeface="Noto Sans CJK SC"/>
                <a:cs typeface="Noto Sans CJK SC"/>
              </a:rPr>
              <a:t>硬件捕获 / 计数</a:t>
            </a:r>
            <a:endParaRPr lang="zh-CN" sz="1230"/>
          </a:p>
        </p:txBody>
      </p:sp>
      <p:sp>
        <p:nvSpPr>
          <p:cNvPr id="114" name="TextBox 114"/>
          <p:cNvSpPr txBox="1"/>
          <p:nvPr/>
        </p:nvSpPr>
        <p:spPr>
          <a:xfrm>
            <a:off x="5764596" y="1820064"/>
            <a:ext cx="1383248" cy="24752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20" b="1">
                <a:solidFill>
                  <a:srgbClr val="009D9D"/>
                </a:solidFill>
                <a:latin typeface="Noto Sans CJK SC"/>
                <a:ea typeface="Noto Sans CJK SC"/>
                <a:cs typeface="Noto Sans CJK SC"/>
              </a:rPr>
              <a:t>STM32H743</a:t>
            </a:r>
            <a:endParaRPr lang="zh-CN" sz="1320"/>
          </a:p>
        </p:txBody>
      </p:sp>
      <p:sp>
        <p:nvSpPr>
          <p:cNvPr id="115" name="TextBox 115"/>
          <p:cNvSpPr txBox="1"/>
          <p:nvPr/>
        </p:nvSpPr>
        <p:spPr>
          <a:xfrm>
            <a:off x="5830118" y="2096713"/>
            <a:ext cx="1252204" cy="18928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20">
                <a:solidFill>
                  <a:srgbClr val="064176"/>
                </a:solidFill>
                <a:latin typeface="Noto Sans CJK SC"/>
                <a:ea typeface="Noto Sans CJK SC"/>
                <a:cs typeface="Noto Sans CJK SC"/>
              </a:rPr>
              <a:t>误差计算（PI）</a:t>
            </a:r>
            <a:endParaRPr lang="zh-CN" sz="1120"/>
          </a:p>
        </p:txBody>
      </p:sp>
      <p:sp>
        <p:nvSpPr>
          <p:cNvPr id="116" name="TextBox 116"/>
          <p:cNvSpPr txBox="1"/>
          <p:nvPr/>
        </p:nvSpPr>
        <p:spPr>
          <a:xfrm>
            <a:off x="5793717" y="2278720"/>
            <a:ext cx="1332287" cy="19656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20">
                <a:solidFill>
                  <a:srgbClr val="064176"/>
                </a:solidFill>
                <a:latin typeface="Noto Sans CJK SC"/>
                <a:ea typeface="Noto Sans CJK SC"/>
                <a:cs typeface="Noto Sans CJK SC"/>
              </a:rPr>
              <a:t>温度 / 状态管理</a:t>
            </a:r>
            <a:endParaRPr lang="zh-CN" sz="1120"/>
          </a:p>
        </p:txBody>
      </p:sp>
      <p:sp>
        <p:nvSpPr>
          <p:cNvPr id="117" name="TextBox 117"/>
          <p:cNvSpPr txBox="1"/>
          <p:nvPr/>
        </p:nvSpPr>
        <p:spPr>
          <a:xfrm>
            <a:off x="5764596" y="2868420"/>
            <a:ext cx="1390529" cy="22568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30" b="1">
                <a:solidFill>
                  <a:srgbClr val="009F9D"/>
                </a:solidFill>
                <a:latin typeface="Noto Sans CJK SC"/>
                <a:ea typeface="Noto Sans CJK SC"/>
                <a:cs typeface="Noto Sans CJK SC"/>
              </a:rPr>
              <a:t>DAC / 低噪声滤波</a:t>
            </a:r>
            <a:endParaRPr lang="zh-CN" sz="1230"/>
          </a:p>
        </p:txBody>
      </p:sp>
      <p:sp>
        <p:nvSpPr>
          <p:cNvPr id="118" name="TextBox 118"/>
          <p:cNvSpPr txBox="1"/>
          <p:nvPr/>
        </p:nvSpPr>
        <p:spPr>
          <a:xfrm>
            <a:off x="5830118" y="3378038"/>
            <a:ext cx="1237643" cy="21840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30" b="1">
                <a:solidFill>
                  <a:srgbClr val="009F9D"/>
                </a:solidFill>
                <a:latin typeface="Noto Sans CJK SC"/>
                <a:ea typeface="Noto Sans CJK SC"/>
                <a:cs typeface="Noto Sans CJK SC"/>
              </a:rPr>
              <a:t>晶振调谐端</a:t>
            </a:r>
            <a:endParaRPr lang="zh-CN" sz="1230"/>
          </a:p>
        </p:txBody>
      </p:sp>
      <p:sp>
        <p:nvSpPr>
          <p:cNvPr id="119" name="TextBox 119"/>
          <p:cNvSpPr txBox="1"/>
          <p:nvPr/>
        </p:nvSpPr>
        <p:spPr>
          <a:xfrm>
            <a:off x="8137959" y="2023911"/>
            <a:ext cx="1375968" cy="24024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20" b="1">
                <a:solidFill>
                  <a:srgbClr val="F17F00"/>
                </a:solidFill>
                <a:latin typeface="Noto Sans CJK SC"/>
                <a:ea typeface="Noto Sans CJK SC"/>
                <a:cs typeface="Noto Sans CJK SC"/>
              </a:rPr>
              <a:t>可调晶振</a:t>
            </a:r>
            <a:endParaRPr lang="zh-CN" sz="1320"/>
          </a:p>
        </p:txBody>
      </p:sp>
      <p:sp>
        <p:nvSpPr>
          <p:cNvPr id="120" name="TextBox 120"/>
          <p:cNvSpPr txBox="1"/>
          <p:nvPr/>
        </p:nvSpPr>
        <p:spPr>
          <a:xfrm>
            <a:off x="8130679" y="2293280"/>
            <a:ext cx="1390529" cy="19656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">
                <a:solidFill>
                  <a:srgbClr val="064176"/>
                </a:solidFill>
                <a:latin typeface="Noto Sans CJK SC"/>
                <a:ea typeface="Noto Sans CJK SC"/>
                <a:cs typeface="Noto Sans CJK SC"/>
              </a:rPr>
              <a:t>VCXO / VCTCXO /</a:t>
            </a:r>
            <a:endParaRPr lang="zh-CN" sz="1050"/>
          </a:p>
        </p:txBody>
      </p:sp>
      <p:sp>
        <p:nvSpPr>
          <p:cNvPr id="121" name="TextBox 121"/>
          <p:cNvSpPr txBox="1"/>
          <p:nvPr/>
        </p:nvSpPr>
        <p:spPr>
          <a:xfrm>
            <a:off x="8487411" y="2475287"/>
            <a:ext cx="684344" cy="18928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">
                <a:solidFill>
                  <a:srgbClr val="064176"/>
                </a:solidFill>
                <a:latin typeface="Noto Sans CJK SC"/>
                <a:ea typeface="Noto Sans CJK SC"/>
                <a:cs typeface="Noto Sans CJK SC"/>
              </a:rPr>
              <a:t>OCXO</a:t>
            </a:r>
            <a:endParaRPr lang="zh-CN" sz="1050"/>
          </a:p>
        </p:txBody>
      </p:sp>
      <p:sp>
        <p:nvSpPr>
          <p:cNvPr id="122" name="TextBox 122"/>
          <p:cNvSpPr txBox="1"/>
          <p:nvPr/>
        </p:nvSpPr>
        <p:spPr>
          <a:xfrm>
            <a:off x="8101558" y="3188752"/>
            <a:ext cx="1499732" cy="24024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30" b="1">
                <a:solidFill>
                  <a:srgbClr val="F17F00"/>
                </a:solidFill>
                <a:latin typeface="Noto Sans CJK SC"/>
                <a:ea typeface="Noto Sans CJK SC"/>
                <a:cs typeface="Noto Sans CJK SC"/>
              </a:rPr>
              <a:t>独立缓冲 / 分频同步</a:t>
            </a:r>
            <a:endParaRPr lang="zh-CN" sz="1230"/>
          </a:p>
        </p:txBody>
      </p:sp>
      <p:sp>
        <p:nvSpPr>
          <p:cNvPr id="123" name="TextBox 123"/>
          <p:cNvSpPr txBox="1"/>
          <p:nvPr/>
        </p:nvSpPr>
        <p:spPr>
          <a:xfrm>
            <a:off x="10656927" y="2293280"/>
            <a:ext cx="1062917" cy="24024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20" b="1">
                <a:solidFill>
                  <a:srgbClr val="7943F9"/>
                </a:solidFill>
                <a:latin typeface="Noto Sans CJK SC"/>
                <a:ea typeface="Noto Sans CJK SC"/>
                <a:cs typeface="Noto Sans CJK SC"/>
              </a:rPr>
              <a:t>1PPS 输出</a:t>
            </a:r>
            <a:endParaRPr lang="zh-CN" sz="1320"/>
          </a:p>
        </p:txBody>
      </p:sp>
      <p:sp>
        <p:nvSpPr>
          <p:cNvPr id="124" name="TextBox 124"/>
          <p:cNvSpPr txBox="1"/>
          <p:nvPr/>
        </p:nvSpPr>
        <p:spPr>
          <a:xfrm>
            <a:off x="10715169" y="2548089"/>
            <a:ext cx="953713" cy="21112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20">
                <a:solidFill>
                  <a:srgbClr val="064176"/>
                </a:solidFill>
                <a:latin typeface="Noto Sans CJK SC"/>
                <a:ea typeface="Noto Sans CJK SC"/>
                <a:cs typeface="Noto Sans CJK SC"/>
              </a:rPr>
              <a:t>分频同步</a:t>
            </a:r>
            <a:endParaRPr lang="zh-CN" sz="1120"/>
          </a:p>
        </p:txBody>
      </p:sp>
      <p:sp>
        <p:nvSpPr>
          <p:cNvPr id="125" name="TextBox 125"/>
          <p:cNvSpPr txBox="1"/>
          <p:nvPr/>
        </p:nvSpPr>
        <p:spPr>
          <a:xfrm>
            <a:off x="10627806" y="3123229"/>
            <a:ext cx="1128439" cy="2329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20" b="1">
                <a:solidFill>
                  <a:srgbClr val="7943F9"/>
                </a:solidFill>
                <a:latin typeface="Noto Sans CJK SC"/>
                <a:ea typeface="Noto Sans CJK SC"/>
                <a:cs typeface="Noto Sans CJK SC"/>
              </a:rPr>
              <a:t>10 MHz 输出</a:t>
            </a:r>
            <a:endParaRPr lang="zh-CN" sz="1320"/>
          </a:p>
        </p:txBody>
      </p:sp>
      <p:sp>
        <p:nvSpPr>
          <p:cNvPr id="126" name="TextBox 126"/>
          <p:cNvSpPr txBox="1"/>
          <p:nvPr/>
        </p:nvSpPr>
        <p:spPr>
          <a:xfrm>
            <a:off x="10715169" y="3385318"/>
            <a:ext cx="953713" cy="19656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20">
                <a:solidFill>
                  <a:srgbClr val="064176"/>
                </a:solidFill>
                <a:latin typeface="Noto Sans CJK SC"/>
                <a:ea typeface="Noto Sans CJK SC"/>
                <a:cs typeface="Noto Sans CJK SC"/>
              </a:rPr>
              <a:t>独立缓冲</a:t>
            </a:r>
            <a:endParaRPr lang="zh-CN" sz="1120"/>
          </a:p>
        </p:txBody>
      </p:sp>
      <p:sp>
        <p:nvSpPr>
          <p:cNvPr id="127" name="TextBox 127"/>
          <p:cNvSpPr txBox="1"/>
          <p:nvPr/>
        </p:nvSpPr>
        <p:spPr>
          <a:xfrm>
            <a:off x="2488481" y="2169516"/>
            <a:ext cx="582420" cy="22568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" b="1">
                <a:solidFill>
                  <a:srgbClr val="007FCB"/>
                </a:solidFill>
                <a:latin typeface="Noto Sans CJK SC"/>
                <a:ea typeface="Noto Sans CJK SC"/>
                <a:cs typeface="Noto Sans CJK SC"/>
              </a:rPr>
              <a:t>输入信号</a:t>
            </a:r>
            <a:endParaRPr lang="zh-CN" sz="1050"/>
          </a:p>
        </p:txBody>
      </p:sp>
      <p:sp>
        <p:nvSpPr>
          <p:cNvPr id="128" name="TextBox 128"/>
          <p:cNvSpPr txBox="1"/>
          <p:nvPr/>
        </p:nvSpPr>
        <p:spPr>
          <a:xfrm>
            <a:off x="4832723" y="2074873"/>
            <a:ext cx="655223" cy="22568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" b="1">
                <a:solidFill>
                  <a:srgbClr val="007FCB"/>
                </a:solidFill>
                <a:latin typeface="Noto Sans CJK SC"/>
                <a:ea typeface="Noto Sans CJK SC"/>
                <a:cs typeface="Noto Sans CJK SC"/>
              </a:rPr>
              <a:t>测量结果</a:t>
            </a:r>
            <a:endParaRPr lang="zh-CN" sz="1050"/>
          </a:p>
        </p:txBody>
      </p:sp>
      <p:sp>
        <p:nvSpPr>
          <p:cNvPr id="129" name="TextBox 129"/>
          <p:cNvSpPr txBox="1"/>
          <p:nvPr/>
        </p:nvSpPr>
        <p:spPr>
          <a:xfrm>
            <a:off x="4716239" y="2453446"/>
            <a:ext cx="844510" cy="19656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790">
                <a:solidFill>
                  <a:srgbClr val="0062A8"/>
                </a:solidFill>
                <a:latin typeface="Noto Sans CJK SC"/>
                <a:ea typeface="Noto Sans CJK SC"/>
                <a:cs typeface="Noto Sans CJK SC"/>
              </a:rPr>
              <a:t>频率 / 相位 / 时间</a:t>
            </a:r>
            <a:endParaRPr lang="zh-CN" sz="790"/>
          </a:p>
        </p:txBody>
      </p:sp>
      <p:sp>
        <p:nvSpPr>
          <p:cNvPr id="130" name="TextBox 130"/>
          <p:cNvSpPr txBox="1"/>
          <p:nvPr/>
        </p:nvSpPr>
        <p:spPr>
          <a:xfrm>
            <a:off x="7358972" y="2839299"/>
            <a:ext cx="604261" cy="22568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" b="1">
                <a:solidFill>
                  <a:srgbClr val="F38600"/>
                </a:solidFill>
                <a:latin typeface="Noto Sans CJK SC"/>
                <a:ea typeface="Noto Sans CJK SC"/>
                <a:cs typeface="Noto Sans CJK SC"/>
              </a:rPr>
              <a:t>控制电压</a:t>
            </a:r>
            <a:endParaRPr lang="zh-CN" sz="1050"/>
          </a:p>
        </p:txBody>
      </p:sp>
      <p:sp>
        <p:nvSpPr>
          <p:cNvPr id="131" name="TextBox 131"/>
          <p:cNvSpPr txBox="1"/>
          <p:nvPr/>
        </p:nvSpPr>
        <p:spPr>
          <a:xfrm>
            <a:off x="9739615" y="2453446"/>
            <a:ext cx="604261" cy="22568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" b="1">
                <a:solidFill>
                  <a:srgbClr val="7943F9"/>
                </a:solidFill>
                <a:latin typeface="Noto Sans CJK SC"/>
                <a:ea typeface="Noto Sans CJK SC"/>
                <a:cs typeface="Noto Sans CJK SC"/>
              </a:rPr>
              <a:t>输出信号</a:t>
            </a:r>
            <a:endParaRPr lang="zh-CN" sz="1050"/>
          </a:p>
        </p:txBody>
      </p:sp>
      <p:sp>
        <p:nvSpPr>
          <p:cNvPr id="132" name="TextBox 132"/>
          <p:cNvSpPr txBox="1"/>
          <p:nvPr/>
        </p:nvSpPr>
        <p:spPr>
          <a:xfrm>
            <a:off x="2816093" y="3771172"/>
            <a:ext cx="604261" cy="22568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" b="1">
                <a:solidFill>
                  <a:srgbClr val="007EA3"/>
                </a:solidFill>
                <a:latin typeface="Noto Sans CJK SC"/>
                <a:ea typeface="Noto Sans CJK SC"/>
                <a:cs typeface="Noto Sans CJK SC"/>
              </a:rPr>
              <a:t>本地参考</a:t>
            </a:r>
            <a:endParaRPr lang="zh-CN" sz="1050"/>
          </a:p>
        </p:txBody>
      </p:sp>
      <p:sp>
        <p:nvSpPr>
          <p:cNvPr id="133" name="TextBox 133"/>
          <p:cNvSpPr txBox="1"/>
          <p:nvPr/>
        </p:nvSpPr>
        <p:spPr>
          <a:xfrm>
            <a:off x="5873800" y="4076943"/>
            <a:ext cx="1033796" cy="3421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STM32</a:t>
            </a:r>
            <a:endParaRPr lang="zh-CN" sz="1850"/>
          </a:p>
        </p:txBody>
      </p:sp>
      <p:sp>
        <p:nvSpPr>
          <p:cNvPr id="134" name="TextBox 134"/>
          <p:cNvSpPr txBox="1"/>
          <p:nvPr/>
        </p:nvSpPr>
        <p:spPr>
          <a:xfrm>
            <a:off x="1957023" y="5700439"/>
            <a:ext cx="1448771" cy="25480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 b="1">
                <a:solidFill>
                  <a:srgbClr val="0055D8"/>
                </a:solidFill>
                <a:latin typeface="Noto Sans CJK SC"/>
                <a:ea typeface="Noto Sans CJK SC"/>
                <a:cs typeface="Noto Sans CJK SC"/>
              </a:rPr>
              <a:t>温度与状态</a:t>
            </a:r>
            <a:endParaRPr lang="zh-CN" sz="1250"/>
          </a:p>
        </p:txBody>
      </p:sp>
      <p:sp>
        <p:nvSpPr>
          <p:cNvPr id="135" name="TextBox 135"/>
          <p:cNvSpPr txBox="1"/>
          <p:nvPr/>
        </p:nvSpPr>
        <p:spPr>
          <a:xfrm>
            <a:off x="4723520" y="5700439"/>
            <a:ext cx="1405089" cy="25480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 b="1">
                <a:solidFill>
                  <a:srgbClr val="0055D8"/>
                </a:solidFill>
                <a:latin typeface="Noto Sans CJK SC"/>
                <a:ea typeface="Noto Sans CJK SC"/>
                <a:cs typeface="Noto Sans CJK SC"/>
              </a:rPr>
              <a:t>日志记录</a:t>
            </a:r>
            <a:endParaRPr lang="zh-CN" sz="1250"/>
          </a:p>
        </p:txBody>
      </p:sp>
      <p:sp>
        <p:nvSpPr>
          <p:cNvPr id="136" name="TextBox 136"/>
          <p:cNvSpPr txBox="1"/>
          <p:nvPr/>
        </p:nvSpPr>
        <p:spPr>
          <a:xfrm>
            <a:off x="7453615" y="5700439"/>
            <a:ext cx="1405089" cy="25480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 b="1">
                <a:solidFill>
                  <a:srgbClr val="0055D8"/>
                </a:solidFill>
                <a:latin typeface="Noto Sans CJK SC"/>
                <a:ea typeface="Noto Sans CJK SC"/>
                <a:cs typeface="Noto Sans CJK SC"/>
              </a:rPr>
              <a:t>USB / UART</a:t>
            </a:r>
            <a:endParaRPr lang="zh-CN" sz="1250"/>
          </a:p>
        </p:txBody>
      </p:sp>
      <p:sp>
        <p:nvSpPr>
          <p:cNvPr id="137" name="TextBox 137"/>
          <p:cNvSpPr txBox="1"/>
          <p:nvPr/>
        </p:nvSpPr>
        <p:spPr>
          <a:xfrm>
            <a:off x="10140029" y="5700439"/>
            <a:ext cx="1237643" cy="25480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 b="1">
                <a:solidFill>
                  <a:srgbClr val="0055D8"/>
                </a:solidFill>
                <a:latin typeface="Noto Sans CJK SC"/>
                <a:ea typeface="Noto Sans CJK SC"/>
                <a:cs typeface="Noto Sans CJK SC"/>
              </a:rPr>
              <a:t>上位机</a:t>
            </a:r>
            <a:endParaRPr lang="zh-CN" sz="1250"/>
          </a:p>
        </p:txBody>
      </p:sp>
      <p:sp>
        <p:nvSpPr>
          <p:cNvPr id="138" name="TextBox 138"/>
          <p:cNvSpPr txBox="1"/>
          <p:nvPr/>
        </p:nvSpPr>
        <p:spPr>
          <a:xfrm>
            <a:off x="1971583" y="5969809"/>
            <a:ext cx="1448771" cy="35673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60">
                <a:solidFill>
                  <a:srgbClr val="1F5086"/>
                </a:solidFill>
                <a:latin typeface="Noto Sans CJK SC"/>
                <a:ea typeface="Noto Sans CJK SC"/>
                <a:cs typeface="Noto Sans CJK SC"/>
              </a:rPr>
              <a:t>温度传感器</a:t>
            </a:r>
            <a:endParaRPr lang="zh-CN" sz="1060"/>
          </a:p>
          <a:p>
            <a:pPr algn="l"/>
            <a:r>
              <a:rPr lang="zh-CN" sz="1060">
                <a:solidFill>
                  <a:srgbClr val="1F5086"/>
                </a:solidFill>
                <a:latin typeface="Noto Sans CJK SC"/>
                <a:ea typeface="Noto Sans CJK SC"/>
                <a:cs typeface="Noto Sans CJK SC"/>
              </a:rPr>
              <a:t>运行状态</a:t>
            </a:r>
            <a:endParaRPr lang="zh-CN" sz="1060"/>
          </a:p>
        </p:txBody>
      </p:sp>
      <p:sp>
        <p:nvSpPr>
          <p:cNvPr id="139" name="TextBox 139"/>
          <p:cNvSpPr txBox="1"/>
          <p:nvPr/>
        </p:nvSpPr>
        <p:spPr>
          <a:xfrm>
            <a:off x="4745360" y="5991650"/>
            <a:ext cx="1412369" cy="24752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60">
                <a:solidFill>
                  <a:srgbClr val="1F5086"/>
                </a:solidFill>
                <a:latin typeface="Noto Sans CJK SC"/>
                <a:ea typeface="Noto Sans CJK SC"/>
                <a:cs typeface="Noto Sans CJK SC"/>
              </a:rPr>
              <a:t>原始数据 / 事件日志</a:t>
            </a:r>
            <a:endParaRPr lang="zh-CN" sz="1060"/>
          </a:p>
        </p:txBody>
      </p:sp>
      <p:sp>
        <p:nvSpPr>
          <p:cNvPr id="140" name="TextBox 140"/>
          <p:cNvSpPr txBox="1"/>
          <p:nvPr/>
        </p:nvSpPr>
        <p:spPr>
          <a:xfrm>
            <a:off x="7475456" y="5991650"/>
            <a:ext cx="1412369" cy="24752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60">
                <a:solidFill>
                  <a:srgbClr val="1F5086"/>
                </a:solidFill>
                <a:latin typeface="Noto Sans CJK SC"/>
                <a:ea typeface="Noto Sans CJK SC"/>
                <a:cs typeface="Noto Sans CJK SC"/>
              </a:rPr>
              <a:t>至少一种，硬件待核实</a:t>
            </a:r>
            <a:endParaRPr lang="zh-CN" sz="1060"/>
          </a:p>
        </p:txBody>
      </p:sp>
      <p:sp>
        <p:nvSpPr>
          <p:cNvPr id="141" name="TextBox 141"/>
          <p:cNvSpPr txBox="1"/>
          <p:nvPr/>
        </p:nvSpPr>
        <p:spPr>
          <a:xfrm>
            <a:off x="10147309" y="5977089"/>
            <a:ext cx="1281325" cy="35673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60">
                <a:solidFill>
                  <a:srgbClr val="1F5086"/>
                </a:solidFill>
                <a:latin typeface="Noto Sans CJK SC"/>
                <a:ea typeface="Noto Sans CJK SC"/>
                <a:cs typeface="Noto Sans CJK SC"/>
              </a:rPr>
              <a:t>参数配置 / 数据导出</a:t>
            </a:r>
            <a:endParaRPr lang="zh-CN" sz="1060"/>
          </a:p>
          <a:p>
            <a:pPr algn="l"/>
            <a:r>
              <a:rPr lang="zh-CN" sz="1060">
                <a:solidFill>
                  <a:srgbClr val="1F5086"/>
                </a:solidFill>
                <a:latin typeface="Noto Sans CJK SC"/>
                <a:ea typeface="Noto Sans CJK SC"/>
                <a:cs typeface="Noto Sans CJK SC"/>
              </a:rPr>
              <a:t>监控显示</a:t>
            </a:r>
            <a:endParaRPr lang="zh-CN" sz="106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lean-base"/>
          <p:cNvPicPr/>
          <p:nvPr/>
        </p:nvPicPr>
        <p:blipFill>
          <a:blip r:embed="rId2"/>
          <a:stretch>
            <a:fillRect/>
          </a:stretch>
        </p:blipFill>
        <p:spPr>
          <a:xfrm>
            <a:off x="20475" y="0"/>
            <a:ext cx="12150745" cy="6858000"/>
          </a:xfrm>
          <a:prstGeom prst="rect">
            <a:avLst/>
          </a:prstGeom>
        </p:spPr>
      </p:pic>
      <p:sp>
        <p:nvSpPr>
          <p:cNvPr id="3" name="Polygon 3"/>
          <p:cNvSpPr/>
          <p:nvPr/>
        </p:nvSpPr>
        <p:spPr>
          <a:xfrm>
            <a:off x="20475" y="305771"/>
            <a:ext cx="8729025" cy="61882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1779"/>
                </a:moveTo>
                <a:lnTo>
                  <a:pt x="3621" y="0"/>
                </a:lnTo>
                <a:lnTo>
                  <a:pt x="7945" y="0"/>
                </a:lnTo>
                <a:lnTo>
                  <a:pt x="8197" y="1271"/>
                </a:lnTo>
                <a:lnTo>
                  <a:pt x="21600" y="3558"/>
                </a:lnTo>
                <a:lnTo>
                  <a:pt x="21222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B9E4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Polygon 4"/>
          <p:cNvSpPr/>
          <p:nvPr/>
        </p:nvSpPr>
        <p:spPr>
          <a:xfrm>
            <a:off x="275284" y="1164841"/>
            <a:ext cx="3676529" cy="49505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0965"/>
                </a:moveTo>
                <a:lnTo>
                  <a:pt x="3764" y="0"/>
                </a:lnTo>
                <a:lnTo>
                  <a:pt x="16339" y="0"/>
                </a:lnTo>
                <a:lnTo>
                  <a:pt x="17408" y="7941"/>
                </a:lnTo>
                <a:lnTo>
                  <a:pt x="21600" y="7941"/>
                </a:lnTo>
                <a:lnTo>
                  <a:pt x="19975" y="21600"/>
                </a:lnTo>
                <a:close/>
              </a:path>
            </a:pathLst>
          </a:custGeom>
          <a:solidFill>
            <a:srgbClr val="C9EBFC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Polygon 5"/>
          <p:cNvSpPr/>
          <p:nvPr/>
        </p:nvSpPr>
        <p:spPr>
          <a:xfrm>
            <a:off x="20475" y="342172"/>
            <a:ext cx="8517898" cy="5824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70"/>
                </a:moveTo>
                <a:lnTo>
                  <a:pt x="21600" y="0"/>
                </a:lnTo>
                <a:lnTo>
                  <a:pt x="21175" y="21600"/>
                </a:lnTo>
                <a:lnTo>
                  <a:pt x="0" y="21330"/>
                </a:lnTo>
                <a:close/>
              </a:path>
            </a:pathLst>
          </a:custGeom>
          <a:solidFill>
            <a:srgbClr val="076CF1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Polygon 6"/>
          <p:cNvSpPr/>
          <p:nvPr/>
        </p:nvSpPr>
        <p:spPr>
          <a:xfrm>
            <a:off x="435450" y="1230363"/>
            <a:ext cx="3239713" cy="38585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lnTo>
                  <a:pt x="3398" y="0"/>
                </a:lnTo>
                <a:lnTo>
                  <a:pt x="16358" y="0"/>
                </a:lnTo>
                <a:lnTo>
                  <a:pt x="17668" y="7336"/>
                </a:lnTo>
                <a:lnTo>
                  <a:pt x="21600" y="7336"/>
                </a:lnTo>
                <a:lnTo>
                  <a:pt x="20387" y="19970"/>
                </a:lnTo>
                <a:close/>
              </a:path>
            </a:pathLst>
          </a:custGeom>
          <a:solidFill>
            <a:srgbClr val="E7F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Polygon 7"/>
          <p:cNvSpPr/>
          <p:nvPr/>
        </p:nvSpPr>
        <p:spPr>
          <a:xfrm>
            <a:off x="8152520" y="1070197"/>
            <a:ext cx="2402484" cy="20384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lnTo>
                  <a:pt x="1702" y="0"/>
                </a:lnTo>
                <a:lnTo>
                  <a:pt x="21600" y="0"/>
                </a:lnTo>
                <a:lnTo>
                  <a:pt x="20225" y="21600"/>
                </a:lnTo>
                <a:close/>
              </a:path>
            </a:pathLst>
          </a:custGeom>
          <a:solidFill>
            <a:srgbClr val="0A8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Polygon 8"/>
          <p:cNvSpPr/>
          <p:nvPr/>
        </p:nvSpPr>
        <p:spPr>
          <a:xfrm>
            <a:off x="8152520" y="1113879"/>
            <a:ext cx="3836694" cy="543107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637"/>
                </a:moveTo>
                <a:lnTo>
                  <a:pt x="533" y="290"/>
                </a:lnTo>
                <a:lnTo>
                  <a:pt x="20083" y="0"/>
                </a:lnTo>
                <a:lnTo>
                  <a:pt x="21600" y="1071"/>
                </a:lnTo>
                <a:lnTo>
                  <a:pt x="21600" y="20702"/>
                </a:lnTo>
                <a:lnTo>
                  <a:pt x="20452" y="21600"/>
                </a:lnTo>
                <a:lnTo>
                  <a:pt x="984" y="21600"/>
                </a:lnTo>
                <a:lnTo>
                  <a:pt x="0" y="20847"/>
                </a:lnTo>
                <a:close/>
              </a:path>
            </a:pathLst>
          </a:custGeom>
          <a:solidFill>
            <a:srgbClr val="5EC8FD"/>
          </a:solidFill>
          <a:ln w="10160">
            <a:solidFill>
              <a:srgbClr val="58C8FF"/>
            </a:solidFill>
          </a:ln>
        </p:spPr>
        <p:txBody>
          <a:bodyPr/>
          <a:lstStyle/>
          <a:p/>
        </p:txBody>
      </p:sp>
      <p:sp>
        <p:nvSpPr>
          <p:cNvPr id="9" name="Line 9"/>
          <p:cNvSpPr/>
          <p:nvPr/>
        </p:nvSpPr>
        <p:spPr>
          <a:xfrm>
            <a:off x="8596615" y="880911"/>
            <a:ext cx="3567325" cy="0"/>
          </a:xfrm>
          <a:prstGeom prst="line">
            <a:avLst/>
          </a:prstGeom>
          <a:noFill/>
          <a:ln w="10160">
            <a:solidFill>
              <a:srgbClr val="3B9CFF"/>
            </a:solidFill>
            <a:tailEnd type="none"/>
          </a:ln>
        </p:spPr>
        <p:txBody>
          <a:bodyPr/>
          <a:lstStyle/>
          <a:p/>
        </p:txBody>
      </p:sp>
      <p:sp>
        <p:nvSpPr>
          <p:cNvPr id="10" name="Path 10"/>
          <p:cNvSpPr/>
          <p:nvPr/>
        </p:nvSpPr>
        <p:spPr>
          <a:xfrm>
            <a:off x="20475" y="356732"/>
            <a:ext cx="728025" cy="269369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0"/>
                </a:moveTo>
                <a:lnTo>
                  <a:pt x="7128" y="0"/>
                </a:lnTo>
                <a:lnTo>
                  <a:pt x="14904" y="21600"/>
                </a:lnTo>
                <a:lnTo>
                  <a:pt x="21600" y="21600"/>
                </a:lnTo>
              </a:path>
            </a:pathLst>
          </a:custGeom>
          <a:noFill/>
          <a:ln w="10160">
            <a:solidFill>
              <a:srgbClr val="197EFF"/>
            </a:solidFill>
            <a:tailEnd type="none"/>
          </a:ln>
        </p:spPr>
        <p:txBody>
          <a:bodyPr/>
          <a:lstStyle/>
          <a:p/>
        </p:txBody>
      </p:sp>
      <p:sp>
        <p:nvSpPr>
          <p:cNvPr id="11" name="Path 11"/>
          <p:cNvSpPr/>
          <p:nvPr/>
        </p:nvSpPr>
        <p:spPr>
          <a:xfrm>
            <a:off x="20475" y="502338"/>
            <a:ext cx="327611" cy="87363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0"/>
                </a:moveTo>
                <a:lnTo>
                  <a:pt x="14880" y="0"/>
                </a:lnTo>
                <a:lnTo>
                  <a:pt x="21600" y="21600"/>
                </a:lnTo>
              </a:path>
            </a:pathLst>
          </a:custGeom>
          <a:noFill/>
          <a:ln w="10160">
            <a:solidFill>
              <a:srgbClr val="197EFF"/>
            </a:solidFill>
            <a:tailEnd type="none"/>
          </a:ln>
        </p:spPr>
        <p:txBody>
          <a:bodyPr/>
          <a:lstStyle/>
          <a:p/>
        </p:txBody>
      </p:sp>
      <p:sp>
        <p:nvSpPr>
          <p:cNvPr id="12" name="Polygon 12"/>
          <p:cNvSpPr/>
          <p:nvPr/>
        </p:nvSpPr>
        <p:spPr>
          <a:xfrm>
            <a:off x="268004" y="1266764"/>
            <a:ext cx="298490" cy="21840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lnTo>
                  <a:pt x="12117" y="0"/>
                </a:lnTo>
                <a:lnTo>
                  <a:pt x="21600" y="0"/>
                </a:lnTo>
                <a:lnTo>
                  <a:pt x="9483" y="21600"/>
                </a:lnTo>
                <a:close/>
              </a:path>
            </a:pathLst>
          </a:custGeom>
          <a:solidFill>
            <a:srgbClr val="04AE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Polygon 13"/>
          <p:cNvSpPr/>
          <p:nvPr/>
        </p:nvSpPr>
        <p:spPr>
          <a:xfrm>
            <a:off x="450010" y="1266764"/>
            <a:ext cx="298490" cy="21840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lnTo>
                  <a:pt x="12117" y="0"/>
                </a:lnTo>
                <a:lnTo>
                  <a:pt x="21600" y="0"/>
                </a:lnTo>
                <a:lnTo>
                  <a:pt x="9483" y="21600"/>
                </a:lnTo>
                <a:close/>
              </a:path>
            </a:pathLst>
          </a:custGeom>
          <a:solidFill>
            <a:srgbClr val="0D65E9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Polygon 14"/>
          <p:cNvSpPr/>
          <p:nvPr/>
        </p:nvSpPr>
        <p:spPr>
          <a:xfrm>
            <a:off x="632016" y="1266764"/>
            <a:ext cx="298490" cy="21840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lnTo>
                  <a:pt x="12117" y="0"/>
                </a:lnTo>
                <a:lnTo>
                  <a:pt x="21600" y="0"/>
                </a:lnTo>
                <a:lnTo>
                  <a:pt x="9483" y="21600"/>
                </a:lnTo>
                <a:close/>
              </a:path>
            </a:pathLst>
          </a:custGeom>
          <a:solidFill>
            <a:srgbClr val="98D9FC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Roundrect 15"/>
          <p:cNvSpPr/>
          <p:nvPr/>
        </p:nvSpPr>
        <p:spPr>
          <a:xfrm>
            <a:off x="8232602" y="1186682"/>
            <a:ext cx="3698369" cy="1346847"/>
          </a:xfrm>
          <a:prstGeom prst="roundRect">
            <a:avLst>
              <a:gd name="adj" fmla="val 18378"/>
            </a:avLst>
          </a:prstGeom>
          <a:solidFill>
            <a:srgbClr val="087FF7"/>
          </a:solidFill>
          <a:ln w="12700">
            <a:solidFill>
              <a:srgbClr val="9EEAFF"/>
            </a:solidFill>
          </a:ln>
        </p:spPr>
        <p:txBody>
          <a:bodyPr/>
          <a:lstStyle/>
          <a:p/>
        </p:txBody>
      </p:sp>
      <p:sp>
        <p:nvSpPr>
          <p:cNvPr id="16" name="Ellipse 16"/>
          <p:cNvSpPr/>
          <p:nvPr/>
        </p:nvSpPr>
        <p:spPr>
          <a:xfrm>
            <a:off x="726660" y="604261"/>
            <a:ext cx="43682" cy="43682"/>
          </a:xfrm>
          <a:prstGeom prst="ellipse">
            <a:avLst/>
          </a:prstGeom>
          <a:solidFill>
            <a:srgbClr val="D6F6FF"/>
          </a:solidFill>
          <a:ln w="10160">
            <a:solidFill>
              <a:srgbClr val="197EFF"/>
            </a:solidFill>
          </a:ln>
        </p:spPr>
        <p:txBody>
          <a:bodyPr/>
          <a:lstStyle/>
          <a:p/>
        </p:txBody>
      </p:sp>
      <p:sp>
        <p:nvSpPr>
          <p:cNvPr id="17" name="Ellipse 17"/>
          <p:cNvSpPr/>
          <p:nvPr/>
        </p:nvSpPr>
        <p:spPr>
          <a:xfrm>
            <a:off x="326246" y="567860"/>
            <a:ext cx="43682" cy="43682"/>
          </a:xfrm>
          <a:prstGeom prst="ellipse">
            <a:avLst/>
          </a:prstGeom>
          <a:solidFill>
            <a:srgbClr val="D6F6FF"/>
          </a:solidFill>
          <a:ln w="10160">
            <a:solidFill>
              <a:srgbClr val="197EFF"/>
            </a:solidFill>
          </a:ln>
        </p:spPr>
        <p:txBody>
          <a:bodyPr/>
          <a:lstStyle/>
          <a:p/>
        </p:txBody>
      </p:sp>
      <p:sp>
        <p:nvSpPr>
          <p:cNvPr id="18" name="Roundrect 18"/>
          <p:cNvSpPr/>
          <p:nvPr/>
        </p:nvSpPr>
        <p:spPr>
          <a:xfrm>
            <a:off x="406328" y="1856465"/>
            <a:ext cx="1674459" cy="1405089"/>
          </a:xfrm>
          <a:prstGeom prst="roundRect">
            <a:avLst>
              <a:gd name="adj" fmla="val 12435"/>
            </a:avLst>
          </a:prstGeom>
          <a:solidFill>
            <a:srgbClr val="D3EDF9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Roundrect 19"/>
          <p:cNvSpPr/>
          <p:nvPr/>
        </p:nvSpPr>
        <p:spPr>
          <a:xfrm>
            <a:off x="2364717" y="1856465"/>
            <a:ext cx="1623497" cy="1405089"/>
          </a:xfrm>
          <a:prstGeom prst="roundRect">
            <a:avLst>
              <a:gd name="adj" fmla="val 12435"/>
            </a:avLst>
          </a:prstGeom>
          <a:solidFill>
            <a:srgbClr val="D3EDF9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Roundrect 20"/>
          <p:cNvSpPr/>
          <p:nvPr/>
        </p:nvSpPr>
        <p:spPr>
          <a:xfrm>
            <a:off x="4257583" y="1856465"/>
            <a:ext cx="1659898" cy="1405089"/>
          </a:xfrm>
          <a:prstGeom prst="roundRect">
            <a:avLst>
              <a:gd name="adj" fmla="val 12435"/>
            </a:avLst>
          </a:prstGeom>
          <a:solidFill>
            <a:srgbClr val="D3EDF9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Roundrect 21"/>
          <p:cNvSpPr/>
          <p:nvPr/>
        </p:nvSpPr>
        <p:spPr>
          <a:xfrm>
            <a:off x="6179571" y="1856465"/>
            <a:ext cx="1674459" cy="1405089"/>
          </a:xfrm>
          <a:prstGeom prst="roundRect">
            <a:avLst>
              <a:gd name="adj" fmla="val 12435"/>
            </a:avLst>
          </a:prstGeom>
          <a:solidFill>
            <a:srgbClr val="D3EDF9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Roundrect 22"/>
          <p:cNvSpPr/>
          <p:nvPr/>
        </p:nvSpPr>
        <p:spPr>
          <a:xfrm>
            <a:off x="5713634" y="3472682"/>
            <a:ext cx="1725420" cy="1426930"/>
          </a:xfrm>
          <a:prstGeom prst="roundRect">
            <a:avLst>
              <a:gd name="adj" fmla="val 12245"/>
            </a:avLst>
          </a:prstGeom>
          <a:solidFill>
            <a:srgbClr val="D3EDF9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Roundrect 23"/>
          <p:cNvSpPr/>
          <p:nvPr/>
        </p:nvSpPr>
        <p:spPr>
          <a:xfrm>
            <a:off x="3704284" y="3472682"/>
            <a:ext cx="1674459" cy="1426930"/>
          </a:xfrm>
          <a:prstGeom prst="roundRect">
            <a:avLst>
              <a:gd name="adj" fmla="val 12245"/>
            </a:avLst>
          </a:prstGeom>
          <a:solidFill>
            <a:srgbClr val="D3EDF9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Roundrect 24"/>
          <p:cNvSpPr/>
          <p:nvPr/>
        </p:nvSpPr>
        <p:spPr>
          <a:xfrm>
            <a:off x="1491086" y="3472682"/>
            <a:ext cx="1776382" cy="1426930"/>
          </a:xfrm>
          <a:prstGeom prst="roundRect">
            <a:avLst>
              <a:gd name="adj" fmla="val 12245"/>
            </a:avLst>
          </a:prstGeom>
          <a:solidFill>
            <a:srgbClr val="D3EDF9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Roundrect 25"/>
          <p:cNvSpPr/>
          <p:nvPr/>
        </p:nvSpPr>
        <p:spPr>
          <a:xfrm>
            <a:off x="391768" y="5212662"/>
            <a:ext cx="7600586" cy="655223"/>
          </a:xfrm>
          <a:prstGeom prst="roundRect">
            <a:avLst>
              <a:gd name="adj" fmla="val 24444"/>
            </a:avLst>
          </a:prstGeom>
          <a:solidFill>
            <a:srgbClr val="A0D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Roundrect 26"/>
          <p:cNvSpPr/>
          <p:nvPr/>
        </p:nvSpPr>
        <p:spPr>
          <a:xfrm>
            <a:off x="450010" y="1900146"/>
            <a:ext cx="1587096" cy="1317726"/>
          </a:xfrm>
          <a:prstGeom prst="roundRect">
            <a:avLst>
              <a:gd name="adj" fmla="val 11050"/>
            </a:avLst>
          </a:prstGeom>
          <a:solidFill>
            <a:srgbClr val="007BFA"/>
          </a:solidFill>
          <a:ln w="1143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27" name="Roundrect 27"/>
          <p:cNvSpPr/>
          <p:nvPr/>
        </p:nvSpPr>
        <p:spPr>
          <a:xfrm>
            <a:off x="2408399" y="1900146"/>
            <a:ext cx="1536134" cy="1317726"/>
          </a:xfrm>
          <a:prstGeom prst="roundRect">
            <a:avLst>
              <a:gd name="adj" fmla="val 11050"/>
            </a:avLst>
          </a:prstGeom>
          <a:solidFill>
            <a:srgbClr val="00B6AE"/>
          </a:solidFill>
          <a:ln w="1143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28" name="Roundrect 28"/>
          <p:cNvSpPr/>
          <p:nvPr/>
        </p:nvSpPr>
        <p:spPr>
          <a:xfrm>
            <a:off x="4301265" y="1900146"/>
            <a:ext cx="1572535" cy="1317726"/>
          </a:xfrm>
          <a:prstGeom prst="roundRect">
            <a:avLst>
              <a:gd name="adj" fmla="val 11050"/>
            </a:avLst>
          </a:prstGeom>
          <a:solidFill>
            <a:srgbClr val="FF9A00"/>
          </a:solidFill>
          <a:ln w="1143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29" name="Roundrect 29"/>
          <p:cNvSpPr/>
          <p:nvPr/>
        </p:nvSpPr>
        <p:spPr>
          <a:xfrm>
            <a:off x="6223252" y="1900146"/>
            <a:ext cx="1587096" cy="1317726"/>
          </a:xfrm>
          <a:prstGeom prst="roundRect">
            <a:avLst>
              <a:gd name="adj" fmla="val 11050"/>
            </a:avLst>
          </a:prstGeom>
          <a:solidFill>
            <a:srgbClr val="6F33EF"/>
          </a:solidFill>
          <a:ln w="1143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0" name="Roundrect 30"/>
          <p:cNvSpPr/>
          <p:nvPr/>
        </p:nvSpPr>
        <p:spPr>
          <a:xfrm>
            <a:off x="5757316" y="3516363"/>
            <a:ext cx="1638057" cy="1339567"/>
          </a:xfrm>
          <a:prstGeom prst="roundRect">
            <a:avLst>
              <a:gd name="adj" fmla="val 10870"/>
            </a:avLst>
          </a:prstGeom>
          <a:solidFill>
            <a:srgbClr val="00B1AD"/>
          </a:solidFill>
          <a:ln w="1143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1" name="Roundrect 31"/>
          <p:cNvSpPr/>
          <p:nvPr/>
        </p:nvSpPr>
        <p:spPr>
          <a:xfrm>
            <a:off x="3747965" y="3516363"/>
            <a:ext cx="1587096" cy="1339567"/>
          </a:xfrm>
          <a:prstGeom prst="roundRect">
            <a:avLst>
              <a:gd name="adj" fmla="val 10870"/>
            </a:avLst>
          </a:prstGeom>
          <a:solidFill>
            <a:srgbClr val="007BFA"/>
          </a:solidFill>
          <a:ln w="1143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2" name="Roundrect 32"/>
          <p:cNvSpPr/>
          <p:nvPr/>
        </p:nvSpPr>
        <p:spPr>
          <a:xfrm>
            <a:off x="1534768" y="3516363"/>
            <a:ext cx="1689019" cy="1339567"/>
          </a:xfrm>
          <a:prstGeom prst="roundRect">
            <a:avLst>
              <a:gd name="adj" fmla="val 10870"/>
            </a:avLst>
          </a:prstGeom>
          <a:solidFill>
            <a:srgbClr val="FF9A00"/>
          </a:solidFill>
          <a:ln w="1143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3" name="Roundrect 33"/>
          <p:cNvSpPr/>
          <p:nvPr/>
        </p:nvSpPr>
        <p:spPr>
          <a:xfrm>
            <a:off x="8239883" y="1798223"/>
            <a:ext cx="3691089" cy="4761287"/>
          </a:xfrm>
          <a:prstGeom prst="roundRect">
            <a:avLst>
              <a:gd name="adj" fmla="val 5128"/>
            </a:avLst>
          </a:prstGeom>
          <a:solidFill>
            <a:srgbClr val="DCF2FF"/>
          </a:solidFill>
          <a:ln w="15240">
            <a:solidFill>
              <a:srgbClr val="B9F3FF"/>
            </a:solidFill>
          </a:ln>
        </p:spPr>
        <p:txBody>
          <a:bodyPr/>
          <a:lstStyle/>
          <a:p/>
        </p:txBody>
      </p:sp>
      <p:sp>
        <p:nvSpPr>
          <p:cNvPr id="34" name="Roundrect 34"/>
          <p:cNvSpPr/>
          <p:nvPr/>
        </p:nvSpPr>
        <p:spPr>
          <a:xfrm>
            <a:off x="377207" y="5183541"/>
            <a:ext cx="7607866" cy="640662"/>
          </a:xfrm>
          <a:prstGeom prst="roundRect">
            <a:avLst>
              <a:gd name="adj" fmla="val 25000"/>
            </a:avLst>
          </a:prstGeom>
          <a:solidFill>
            <a:srgbClr val="F2FAFF"/>
          </a:solidFill>
          <a:ln w="12700">
            <a:solidFill>
              <a:srgbClr val="168EFF"/>
            </a:solidFill>
          </a:ln>
        </p:spPr>
        <p:txBody>
          <a:bodyPr/>
          <a:lstStyle/>
          <a:p/>
        </p:txBody>
      </p:sp>
      <p:sp>
        <p:nvSpPr>
          <p:cNvPr id="35" name="Roundrect 35"/>
          <p:cNvSpPr/>
          <p:nvPr/>
        </p:nvSpPr>
        <p:spPr>
          <a:xfrm>
            <a:off x="450010" y="2322401"/>
            <a:ext cx="1587096" cy="895471"/>
          </a:xfrm>
          <a:prstGeom prst="roundRect">
            <a:avLst>
              <a:gd name="adj" fmla="val 14634"/>
            </a:avLst>
          </a:prstGeom>
          <a:solidFill>
            <a:srgbClr val="E6F5FF"/>
          </a:solidFill>
          <a:ln w="889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6" name="Roundrect 36"/>
          <p:cNvSpPr/>
          <p:nvPr/>
        </p:nvSpPr>
        <p:spPr>
          <a:xfrm>
            <a:off x="2408399" y="2322401"/>
            <a:ext cx="1536134" cy="895471"/>
          </a:xfrm>
          <a:prstGeom prst="roundRect">
            <a:avLst>
              <a:gd name="adj" fmla="val 14634"/>
            </a:avLst>
          </a:prstGeom>
          <a:solidFill>
            <a:srgbClr val="E7FAFA"/>
          </a:solidFill>
          <a:ln w="889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7" name="Roundrect 37"/>
          <p:cNvSpPr/>
          <p:nvPr/>
        </p:nvSpPr>
        <p:spPr>
          <a:xfrm>
            <a:off x="4301265" y="2322401"/>
            <a:ext cx="1572535" cy="895471"/>
          </a:xfrm>
          <a:prstGeom prst="roundRect">
            <a:avLst>
              <a:gd name="adj" fmla="val 14634"/>
            </a:avLst>
          </a:prstGeom>
          <a:solidFill>
            <a:srgbClr val="FFF6E5"/>
          </a:solidFill>
          <a:ln w="889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8" name="Roundrect 38"/>
          <p:cNvSpPr/>
          <p:nvPr/>
        </p:nvSpPr>
        <p:spPr>
          <a:xfrm>
            <a:off x="6223252" y="2322401"/>
            <a:ext cx="1587096" cy="895471"/>
          </a:xfrm>
          <a:prstGeom prst="roundRect">
            <a:avLst>
              <a:gd name="adj" fmla="val 14634"/>
            </a:avLst>
          </a:prstGeom>
          <a:solidFill>
            <a:srgbClr val="F0EDFF"/>
          </a:solidFill>
          <a:ln w="889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9" name="Roundrect 39"/>
          <p:cNvSpPr/>
          <p:nvPr/>
        </p:nvSpPr>
        <p:spPr>
          <a:xfrm>
            <a:off x="5757316" y="3938618"/>
            <a:ext cx="1638057" cy="917312"/>
          </a:xfrm>
          <a:prstGeom prst="roundRect">
            <a:avLst>
              <a:gd name="adj" fmla="val 14286"/>
            </a:avLst>
          </a:prstGeom>
          <a:solidFill>
            <a:srgbClr val="E7FAFA"/>
          </a:solidFill>
          <a:ln w="889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40" name="Roundrect 40"/>
          <p:cNvSpPr/>
          <p:nvPr/>
        </p:nvSpPr>
        <p:spPr>
          <a:xfrm>
            <a:off x="3747965" y="3938618"/>
            <a:ext cx="1587096" cy="917312"/>
          </a:xfrm>
          <a:prstGeom prst="roundRect">
            <a:avLst>
              <a:gd name="adj" fmla="val 14286"/>
            </a:avLst>
          </a:prstGeom>
          <a:solidFill>
            <a:srgbClr val="E7F5FF"/>
          </a:solidFill>
          <a:ln w="889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41" name="Roundrect 41"/>
          <p:cNvSpPr/>
          <p:nvPr/>
        </p:nvSpPr>
        <p:spPr>
          <a:xfrm>
            <a:off x="1534768" y="3938618"/>
            <a:ext cx="1689019" cy="917312"/>
          </a:xfrm>
          <a:prstGeom prst="roundRect">
            <a:avLst>
              <a:gd name="adj" fmla="val 14286"/>
            </a:avLst>
          </a:prstGeom>
          <a:solidFill>
            <a:srgbClr val="FFF6E5"/>
          </a:solidFill>
          <a:ln w="889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42" name="Roundrect 42"/>
          <p:cNvSpPr/>
          <p:nvPr/>
        </p:nvSpPr>
        <p:spPr>
          <a:xfrm>
            <a:off x="8392768" y="1951108"/>
            <a:ext cx="3399879" cy="640662"/>
          </a:xfrm>
          <a:prstGeom prst="roundRect">
            <a:avLst>
              <a:gd name="adj" fmla="val 18182"/>
            </a:avLst>
          </a:prstGeom>
          <a:solidFill>
            <a:srgbClr val="CBE8FB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Roundrect 43"/>
          <p:cNvSpPr/>
          <p:nvPr/>
        </p:nvSpPr>
        <p:spPr>
          <a:xfrm>
            <a:off x="8392768" y="2642732"/>
            <a:ext cx="3399879" cy="640662"/>
          </a:xfrm>
          <a:prstGeom prst="roundRect">
            <a:avLst>
              <a:gd name="adj" fmla="val 18182"/>
            </a:avLst>
          </a:prstGeom>
          <a:solidFill>
            <a:srgbClr val="CBE8FB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Roundrect 44"/>
          <p:cNvSpPr/>
          <p:nvPr/>
        </p:nvSpPr>
        <p:spPr>
          <a:xfrm>
            <a:off x="8392768" y="3334357"/>
            <a:ext cx="3399879" cy="640662"/>
          </a:xfrm>
          <a:prstGeom prst="roundRect">
            <a:avLst>
              <a:gd name="adj" fmla="val 18182"/>
            </a:avLst>
          </a:prstGeom>
          <a:solidFill>
            <a:srgbClr val="CBE8FB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Roundrect 45"/>
          <p:cNvSpPr/>
          <p:nvPr/>
        </p:nvSpPr>
        <p:spPr>
          <a:xfrm>
            <a:off x="8392768" y="4033261"/>
            <a:ext cx="3399879" cy="640662"/>
          </a:xfrm>
          <a:prstGeom prst="roundRect">
            <a:avLst>
              <a:gd name="adj" fmla="val 18182"/>
            </a:avLst>
          </a:prstGeom>
          <a:solidFill>
            <a:srgbClr val="CBE8FB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Roundrect 46"/>
          <p:cNvSpPr/>
          <p:nvPr/>
        </p:nvSpPr>
        <p:spPr>
          <a:xfrm>
            <a:off x="8392768" y="4739446"/>
            <a:ext cx="3399879" cy="640662"/>
          </a:xfrm>
          <a:prstGeom prst="roundRect">
            <a:avLst>
              <a:gd name="adj" fmla="val 18182"/>
            </a:avLst>
          </a:prstGeom>
          <a:solidFill>
            <a:srgbClr val="CBE8FB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Roundrect 47"/>
          <p:cNvSpPr/>
          <p:nvPr/>
        </p:nvSpPr>
        <p:spPr>
          <a:xfrm>
            <a:off x="8392768" y="5445631"/>
            <a:ext cx="3399879" cy="640662"/>
          </a:xfrm>
          <a:prstGeom prst="roundRect">
            <a:avLst>
              <a:gd name="adj" fmla="val 18182"/>
            </a:avLst>
          </a:prstGeom>
          <a:solidFill>
            <a:srgbClr val="CBE8FB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Roundrect 48"/>
          <p:cNvSpPr/>
          <p:nvPr/>
        </p:nvSpPr>
        <p:spPr>
          <a:xfrm>
            <a:off x="450010" y="1900146"/>
            <a:ext cx="1587096" cy="1317726"/>
          </a:xfrm>
          <a:prstGeom prst="roundRect">
            <a:avLst>
              <a:gd name="adj" fmla="val 11050"/>
            </a:avLst>
          </a:prstGeom>
          <a:noFill/>
          <a:ln w="6350">
            <a:solidFill>
              <a:srgbClr val="007BFA"/>
            </a:solidFill>
          </a:ln>
        </p:spPr>
        <p:txBody>
          <a:bodyPr/>
          <a:lstStyle/>
          <a:p/>
        </p:txBody>
      </p:sp>
      <p:sp>
        <p:nvSpPr>
          <p:cNvPr id="49" name="Roundrect 49"/>
          <p:cNvSpPr/>
          <p:nvPr/>
        </p:nvSpPr>
        <p:spPr>
          <a:xfrm>
            <a:off x="2408399" y="1900146"/>
            <a:ext cx="1536134" cy="1317726"/>
          </a:xfrm>
          <a:prstGeom prst="roundRect">
            <a:avLst>
              <a:gd name="adj" fmla="val 11050"/>
            </a:avLst>
          </a:prstGeom>
          <a:noFill/>
          <a:ln w="6350">
            <a:solidFill>
              <a:srgbClr val="00B6AE"/>
            </a:solidFill>
          </a:ln>
        </p:spPr>
        <p:txBody>
          <a:bodyPr/>
          <a:lstStyle/>
          <a:p/>
        </p:txBody>
      </p:sp>
      <p:sp>
        <p:nvSpPr>
          <p:cNvPr id="50" name="Roundrect 50"/>
          <p:cNvSpPr/>
          <p:nvPr/>
        </p:nvSpPr>
        <p:spPr>
          <a:xfrm>
            <a:off x="4301265" y="1900146"/>
            <a:ext cx="1572535" cy="1317726"/>
          </a:xfrm>
          <a:prstGeom prst="roundRect">
            <a:avLst>
              <a:gd name="adj" fmla="val 11050"/>
            </a:avLst>
          </a:prstGeom>
          <a:noFill/>
          <a:ln w="6350">
            <a:solidFill>
              <a:srgbClr val="FF9A00"/>
            </a:solidFill>
          </a:ln>
        </p:spPr>
        <p:txBody>
          <a:bodyPr/>
          <a:lstStyle/>
          <a:p/>
        </p:txBody>
      </p:sp>
      <p:sp>
        <p:nvSpPr>
          <p:cNvPr id="51" name="Roundrect 51"/>
          <p:cNvSpPr/>
          <p:nvPr/>
        </p:nvSpPr>
        <p:spPr>
          <a:xfrm>
            <a:off x="6223252" y="1900146"/>
            <a:ext cx="1587096" cy="1317726"/>
          </a:xfrm>
          <a:prstGeom prst="roundRect">
            <a:avLst>
              <a:gd name="adj" fmla="val 11050"/>
            </a:avLst>
          </a:prstGeom>
          <a:noFill/>
          <a:ln w="6350">
            <a:solidFill>
              <a:srgbClr val="6F33EF"/>
            </a:solidFill>
          </a:ln>
        </p:spPr>
        <p:txBody>
          <a:bodyPr/>
          <a:lstStyle/>
          <a:p/>
        </p:txBody>
      </p:sp>
      <p:sp>
        <p:nvSpPr>
          <p:cNvPr id="52" name="Roundrect 52"/>
          <p:cNvSpPr/>
          <p:nvPr/>
        </p:nvSpPr>
        <p:spPr>
          <a:xfrm>
            <a:off x="5757316" y="3516363"/>
            <a:ext cx="1638057" cy="1339567"/>
          </a:xfrm>
          <a:prstGeom prst="roundRect">
            <a:avLst>
              <a:gd name="adj" fmla="val 10870"/>
            </a:avLst>
          </a:prstGeom>
          <a:noFill/>
          <a:ln w="6350">
            <a:solidFill>
              <a:srgbClr val="00B1AD"/>
            </a:solidFill>
          </a:ln>
        </p:spPr>
        <p:txBody>
          <a:bodyPr/>
          <a:lstStyle/>
          <a:p/>
        </p:txBody>
      </p:sp>
      <p:sp>
        <p:nvSpPr>
          <p:cNvPr id="53" name="Roundrect 53"/>
          <p:cNvSpPr/>
          <p:nvPr/>
        </p:nvSpPr>
        <p:spPr>
          <a:xfrm>
            <a:off x="3747965" y="3516363"/>
            <a:ext cx="1587096" cy="1339567"/>
          </a:xfrm>
          <a:prstGeom prst="roundRect">
            <a:avLst>
              <a:gd name="adj" fmla="val 10870"/>
            </a:avLst>
          </a:prstGeom>
          <a:noFill/>
          <a:ln w="6350">
            <a:solidFill>
              <a:srgbClr val="007BFA"/>
            </a:solidFill>
          </a:ln>
        </p:spPr>
        <p:txBody>
          <a:bodyPr/>
          <a:lstStyle/>
          <a:p/>
        </p:txBody>
      </p:sp>
      <p:sp>
        <p:nvSpPr>
          <p:cNvPr id="54" name="Roundrect 54"/>
          <p:cNvSpPr/>
          <p:nvPr/>
        </p:nvSpPr>
        <p:spPr>
          <a:xfrm>
            <a:off x="1534768" y="3516363"/>
            <a:ext cx="1689019" cy="1339567"/>
          </a:xfrm>
          <a:prstGeom prst="roundRect">
            <a:avLst>
              <a:gd name="adj" fmla="val 10870"/>
            </a:avLst>
          </a:prstGeom>
          <a:noFill/>
          <a:ln w="6350">
            <a:solidFill>
              <a:srgbClr val="FF9A00"/>
            </a:solidFill>
          </a:ln>
        </p:spPr>
        <p:txBody>
          <a:bodyPr/>
          <a:lstStyle/>
          <a:p/>
        </p:txBody>
      </p:sp>
      <p:sp>
        <p:nvSpPr>
          <p:cNvPr id="55" name="Roundrect 55"/>
          <p:cNvSpPr/>
          <p:nvPr/>
        </p:nvSpPr>
        <p:spPr>
          <a:xfrm>
            <a:off x="8400048" y="1921987"/>
            <a:ext cx="3392599" cy="640662"/>
          </a:xfrm>
          <a:prstGeom prst="roundRect">
            <a:avLst>
              <a:gd name="adj" fmla="val 18182"/>
            </a:avLst>
          </a:prstGeom>
          <a:solidFill>
            <a:srgbClr val="EBF6FE"/>
          </a:solidFill>
          <a:ln w="7620">
            <a:solidFill>
              <a:srgbClr val="D4EEFF"/>
            </a:solidFill>
          </a:ln>
        </p:spPr>
        <p:txBody>
          <a:bodyPr/>
          <a:lstStyle/>
          <a:p/>
        </p:txBody>
      </p:sp>
      <p:sp>
        <p:nvSpPr>
          <p:cNvPr id="56" name="Roundrect 56"/>
          <p:cNvSpPr/>
          <p:nvPr/>
        </p:nvSpPr>
        <p:spPr>
          <a:xfrm>
            <a:off x="8400048" y="2613611"/>
            <a:ext cx="3392599" cy="640662"/>
          </a:xfrm>
          <a:prstGeom prst="roundRect">
            <a:avLst>
              <a:gd name="adj" fmla="val 18182"/>
            </a:avLst>
          </a:prstGeom>
          <a:solidFill>
            <a:srgbClr val="EBF6FE"/>
          </a:solidFill>
          <a:ln w="7620">
            <a:solidFill>
              <a:srgbClr val="D4EEFF"/>
            </a:solidFill>
          </a:ln>
        </p:spPr>
        <p:txBody>
          <a:bodyPr/>
          <a:lstStyle/>
          <a:p/>
        </p:txBody>
      </p:sp>
      <p:sp>
        <p:nvSpPr>
          <p:cNvPr id="57" name="Roundrect 57"/>
          <p:cNvSpPr/>
          <p:nvPr/>
        </p:nvSpPr>
        <p:spPr>
          <a:xfrm>
            <a:off x="8400048" y="3305236"/>
            <a:ext cx="3392599" cy="640662"/>
          </a:xfrm>
          <a:prstGeom prst="roundRect">
            <a:avLst>
              <a:gd name="adj" fmla="val 18182"/>
            </a:avLst>
          </a:prstGeom>
          <a:solidFill>
            <a:srgbClr val="EBF6FE"/>
          </a:solidFill>
          <a:ln w="7620">
            <a:solidFill>
              <a:srgbClr val="D4EEFF"/>
            </a:solidFill>
          </a:ln>
        </p:spPr>
        <p:txBody>
          <a:bodyPr/>
          <a:lstStyle/>
          <a:p/>
        </p:txBody>
      </p:sp>
      <p:sp>
        <p:nvSpPr>
          <p:cNvPr id="58" name="Roundrect 58"/>
          <p:cNvSpPr/>
          <p:nvPr/>
        </p:nvSpPr>
        <p:spPr>
          <a:xfrm>
            <a:off x="8400048" y="4004140"/>
            <a:ext cx="3392599" cy="640662"/>
          </a:xfrm>
          <a:prstGeom prst="roundRect">
            <a:avLst>
              <a:gd name="adj" fmla="val 18182"/>
            </a:avLst>
          </a:prstGeom>
          <a:solidFill>
            <a:srgbClr val="EBF6FE"/>
          </a:solidFill>
          <a:ln w="7620">
            <a:solidFill>
              <a:srgbClr val="D4EEFF"/>
            </a:solidFill>
          </a:ln>
        </p:spPr>
        <p:txBody>
          <a:bodyPr/>
          <a:lstStyle/>
          <a:p/>
        </p:txBody>
      </p:sp>
      <p:sp>
        <p:nvSpPr>
          <p:cNvPr id="59" name="Roundrect 59"/>
          <p:cNvSpPr/>
          <p:nvPr/>
        </p:nvSpPr>
        <p:spPr>
          <a:xfrm>
            <a:off x="8400048" y="4710325"/>
            <a:ext cx="3392599" cy="640662"/>
          </a:xfrm>
          <a:prstGeom prst="roundRect">
            <a:avLst>
              <a:gd name="adj" fmla="val 18182"/>
            </a:avLst>
          </a:prstGeom>
          <a:solidFill>
            <a:srgbClr val="EBF6FE"/>
          </a:solidFill>
          <a:ln w="7620">
            <a:solidFill>
              <a:srgbClr val="D4EEFF"/>
            </a:solidFill>
          </a:ln>
        </p:spPr>
        <p:txBody>
          <a:bodyPr/>
          <a:lstStyle/>
          <a:p/>
        </p:txBody>
      </p:sp>
      <p:sp>
        <p:nvSpPr>
          <p:cNvPr id="60" name="Roundrect 60"/>
          <p:cNvSpPr/>
          <p:nvPr/>
        </p:nvSpPr>
        <p:spPr>
          <a:xfrm>
            <a:off x="8400048" y="5416510"/>
            <a:ext cx="3392599" cy="640662"/>
          </a:xfrm>
          <a:prstGeom prst="roundRect">
            <a:avLst>
              <a:gd name="adj" fmla="val 18182"/>
            </a:avLst>
          </a:prstGeom>
          <a:solidFill>
            <a:srgbClr val="EBF6FE"/>
          </a:solidFill>
          <a:ln w="7620">
            <a:solidFill>
              <a:srgbClr val="D4EEFF"/>
            </a:solidFill>
          </a:ln>
        </p:spPr>
        <p:txBody>
          <a:bodyPr/>
          <a:lstStyle/>
          <a:p/>
        </p:txBody>
      </p:sp>
      <p:sp>
        <p:nvSpPr>
          <p:cNvPr id="61" name="Line 61"/>
          <p:cNvSpPr/>
          <p:nvPr/>
        </p:nvSpPr>
        <p:spPr>
          <a:xfrm>
            <a:off x="2037106" y="2577210"/>
            <a:ext cx="356732" cy="0"/>
          </a:xfrm>
          <a:prstGeom prst="line">
            <a:avLst/>
          </a:prstGeom>
          <a:noFill/>
          <a:ln w="50800">
            <a:solidFill>
              <a:srgbClr val="008BFF"/>
            </a:solidFill>
            <a:tailEnd type="triangle"/>
          </a:ln>
        </p:spPr>
        <p:txBody>
          <a:bodyPr/>
          <a:lstStyle/>
          <a:p/>
        </p:txBody>
      </p:sp>
      <p:sp>
        <p:nvSpPr>
          <p:cNvPr id="62" name="Line 62"/>
          <p:cNvSpPr/>
          <p:nvPr/>
        </p:nvSpPr>
        <p:spPr>
          <a:xfrm>
            <a:off x="3944532" y="2577210"/>
            <a:ext cx="334892" cy="0"/>
          </a:xfrm>
          <a:prstGeom prst="line">
            <a:avLst/>
          </a:prstGeom>
          <a:noFill/>
          <a:ln w="50800">
            <a:solidFill>
              <a:srgbClr val="008BFF"/>
            </a:solidFill>
            <a:tailEnd type="triangle"/>
          </a:ln>
        </p:spPr>
        <p:txBody>
          <a:bodyPr/>
          <a:lstStyle/>
          <a:p/>
        </p:txBody>
      </p:sp>
      <p:sp>
        <p:nvSpPr>
          <p:cNvPr id="63" name="Line 63"/>
          <p:cNvSpPr/>
          <p:nvPr/>
        </p:nvSpPr>
        <p:spPr>
          <a:xfrm>
            <a:off x="5881080" y="2577210"/>
            <a:ext cx="320331" cy="0"/>
          </a:xfrm>
          <a:prstGeom prst="line">
            <a:avLst/>
          </a:prstGeom>
          <a:noFill/>
          <a:ln w="50800">
            <a:solidFill>
              <a:srgbClr val="008BFF"/>
            </a:solidFill>
            <a:tailEnd type="triangle"/>
          </a:ln>
        </p:spPr>
        <p:txBody>
          <a:bodyPr/>
          <a:lstStyle/>
          <a:p/>
        </p:txBody>
      </p:sp>
      <p:sp>
        <p:nvSpPr>
          <p:cNvPr id="64" name="Line 64"/>
          <p:cNvSpPr/>
          <p:nvPr/>
        </p:nvSpPr>
        <p:spPr>
          <a:xfrm flipH="1">
            <a:off x="5364182" y="4178866"/>
            <a:ext cx="385854" cy="0"/>
          </a:xfrm>
          <a:prstGeom prst="line">
            <a:avLst/>
          </a:prstGeom>
          <a:noFill/>
          <a:ln w="50800">
            <a:solidFill>
              <a:srgbClr val="008BFF"/>
            </a:solidFill>
            <a:tailEnd type="triangle"/>
          </a:ln>
        </p:spPr>
        <p:txBody>
          <a:bodyPr/>
          <a:lstStyle/>
          <a:p/>
        </p:txBody>
      </p:sp>
      <p:sp>
        <p:nvSpPr>
          <p:cNvPr id="65" name="Line 65"/>
          <p:cNvSpPr/>
          <p:nvPr/>
        </p:nvSpPr>
        <p:spPr>
          <a:xfrm flipH="1">
            <a:off x="3245628" y="4178866"/>
            <a:ext cx="502338" cy="0"/>
          </a:xfrm>
          <a:prstGeom prst="line">
            <a:avLst/>
          </a:prstGeom>
          <a:noFill/>
          <a:ln w="50800">
            <a:solidFill>
              <a:srgbClr val="008BFF"/>
            </a:solidFill>
            <a:tailEnd type="triangle"/>
          </a:ln>
        </p:spPr>
        <p:txBody>
          <a:bodyPr/>
          <a:lstStyle/>
          <a:p/>
        </p:txBody>
      </p:sp>
      <p:sp>
        <p:nvSpPr>
          <p:cNvPr id="66" name="Path 66"/>
          <p:cNvSpPr/>
          <p:nvPr/>
        </p:nvSpPr>
        <p:spPr>
          <a:xfrm>
            <a:off x="7431774" y="2737376"/>
            <a:ext cx="538739" cy="1441490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15470" y="0"/>
                </a:moveTo>
                <a:lnTo>
                  <a:pt x="18097" y="0"/>
                </a:lnTo>
                <a:cubicBezTo>
                  <a:pt x="21308" y="0"/>
                  <a:pt x="21600" y="655"/>
                  <a:pt x="21600" y="1964"/>
                </a:cubicBezTo>
                <a:lnTo>
                  <a:pt x="21600" y="18000"/>
                </a:lnTo>
                <a:cubicBezTo>
                  <a:pt x="21600" y="20400"/>
                  <a:pt x="18681" y="21600"/>
                  <a:pt x="12551" y="21600"/>
                </a:cubicBezTo>
                <a:lnTo>
                  <a:pt x="0" y="21600"/>
                </a:lnTo>
              </a:path>
            </a:pathLst>
          </a:custGeom>
          <a:noFill/>
          <a:ln w="50800">
            <a:solidFill>
              <a:srgbClr val="168DF9"/>
            </a:solidFill>
            <a:tailEnd type="triangle"/>
          </a:ln>
        </p:spPr>
        <p:txBody>
          <a:bodyPr/>
          <a:lstStyle/>
          <a:p/>
        </p:txBody>
      </p:sp>
      <p:pic>
        <p:nvPicPr>
          <p:cNvPr id="67" name="step1-document"/>
          <p:cNvPicPr/>
          <p:nvPr/>
        </p:nvPicPr>
        <p:blipFill>
          <a:blip r:embed="rId4"/>
          <a:stretch>
            <a:fillRect/>
          </a:stretch>
        </p:blipFill>
        <p:spPr>
          <a:xfrm>
            <a:off x="1061551" y="2357201"/>
            <a:ext cx="371293" cy="403545"/>
          </a:xfrm>
          <a:prstGeom prst="rect">
            <a:avLst/>
          </a:prstGeom>
        </p:spPr>
      </p:pic>
      <p:pic>
        <p:nvPicPr>
          <p:cNvPr id="68" name="step2-wave-magnifier"/>
          <p:cNvPicPr/>
          <p:nvPr/>
        </p:nvPicPr>
        <p:blipFill>
          <a:blip r:embed="rId6"/>
          <a:stretch>
            <a:fillRect/>
          </a:stretch>
        </p:blipFill>
        <p:spPr>
          <a:xfrm>
            <a:off x="2986596" y="2361496"/>
            <a:ext cx="394299" cy="387746"/>
          </a:xfrm>
          <a:prstGeom prst="rect">
            <a:avLst/>
          </a:prstGeom>
        </p:spPr>
      </p:pic>
      <p:pic>
        <p:nvPicPr>
          <p:cNvPr id="69" name="step3-bolt"/>
          <p:cNvPicPr/>
          <p:nvPr/>
        </p:nvPicPr>
        <p:blipFill>
          <a:blip r:embed="rId8"/>
          <a:stretch>
            <a:fillRect/>
          </a:stretch>
        </p:blipFill>
        <p:spPr>
          <a:xfrm>
            <a:off x="4927075" y="2368704"/>
            <a:ext cx="335547" cy="395172"/>
          </a:xfrm>
          <a:prstGeom prst="rect">
            <a:avLst/>
          </a:prstGeom>
        </p:spPr>
      </p:pic>
      <p:pic>
        <p:nvPicPr>
          <p:cNvPr id="70" name="step4-sliders"/>
          <p:cNvPicPr/>
          <p:nvPr/>
        </p:nvPicPr>
        <p:blipFill>
          <a:blip r:embed="rId10"/>
          <a:stretch>
            <a:fillRect/>
          </a:stretch>
        </p:blipFill>
        <p:spPr>
          <a:xfrm>
            <a:off x="6834284" y="2385157"/>
            <a:ext cx="350399" cy="347705"/>
          </a:xfrm>
          <a:prstGeom prst="rect">
            <a:avLst/>
          </a:prstGeom>
        </p:spPr>
      </p:pic>
      <p:pic>
        <p:nvPicPr>
          <p:cNvPr id="71" name="step5-thermometer"/>
          <p:cNvPicPr/>
          <p:nvPr/>
        </p:nvPicPr>
        <p:blipFill>
          <a:blip r:embed="rId12"/>
          <a:stretch>
            <a:fillRect/>
          </a:stretch>
        </p:blipFill>
        <p:spPr>
          <a:xfrm>
            <a:off x="6392882" y="3959294"/>
            <a:ext cx="257794" cy="439145"/>
          </a:xfrm>
          <a:prstGeom prst="rect">
            <a:avLst/>
          </a:prstGeom>
        </p:spPr>
      </p:pic>
      <p:pic>
        <p:nvPicPr>
          <p:cNvPr id="72" name="step6-bars"/>
          <p:cNvPicPr/>
          <p:nvPr/>
        </p:nvPicPr>
        <p:blipFill>
          <a:blip r:embed="rId14"/>
          <a:stretch>
            <a:fillRect/>
          </a:stretch>
        </p:blipFill>
        <p:spPr>
          <a:xfrm>
            <a:off x="4357614" y="3981207"/>
            <a:ext cx="375079" cy="388038"/>
          </a:xfrm>
          <a:prstGeom prst="rect">
            <a:avLst/>
          </a:prstGeom>
        </p:spPr>
      </p:pic>
      <p:pic>
        <p:nvPicPr>
          <p:cNvPr id="73" name="step7-shield"/>
          <p:cNvPicPr/>
          <p:nvPr/>
        </p:nvPicPr>
        <p:blipFill>
          <a:blip r:embed="rId16"/>
          <a:stretch>
            <a:fillRect/>
          </a:stretch>
        </p:blipFill>
        <p:spPr>
          <a:xfrm>
            <a:off x="2189991" y="3984702"/>
            <a:ext cx="364013" cy="382650"/>
          </a:xfrm>
          <a:prstGeom prst="rect">
            <a:avLst/>
          </a:prstGeom>
        </p:spPr>
      </p:pic>
      <p:pic>
        <p:nvPicPr>
          <p:cNvPr id="74" name="header-document"/>
          <p:cNvPicPr/>
          <p:nvPr/>
        </p:nvPicPr>
        <p:blipFill>
          <a:blip r:embed="rId17"/>
          <a:stretch>
            <a:fillRect/>
          </a:stretch>
        </p:blipFill>
        <p:spPr>
          <a:xfrm>
            <a:off x="8419123" y="1284019"/>
            <a:ext cx="369546" cy="424075"/>
          </a:xfrm>
          <a:prstGeom prst="rect">
            <a:avLst/>
          </a:prstGeom>
        </p:spPr>
      </p:pic>
      <p:pic>
        <p:nvPicPr>
          <p:cNvPr id="75" name="field-database"/>
          <p:cNvPicPr/>
          <p:nvPr/>
        </p:nvPicPr>
        <p:blipFill>
          <a:blip r:embed="rId18"/>
          <a:stretch>
            <a:fillRect/>
          </a:stretch>
        </p:blipFill>
        <p:spPr>
          <a:xfrm>
            <a:off x="8536917" y="2008768"/>
            <a:ext cx="374205" cy="434777"/>
          </a:xfrm>
          <a:prstGeom prst="rect">
            <a:avLst/>
          </a:prstGeom>
        </p:spPr>
      </p:pic>
      <p:pic>
        <p:nvPicPr>
          <p:cNvPr id="76" name="field-plug"/>
          <p:cNvPicPr/>
          <p:nvPr/>
        </p:nvPicPr>
        <p:blipFill>
          <a:blip r:embed="rId19"/>
          <a:stretch>
            <a:fillRect/>
          </a:stretch>
        </p:blipFill>
        <p:spPr>
          <a:xfrm>
            <a:off x="8551041" y="2712550"/>
            <a:ext cx="353238" cy="421600"/>
          </a:xfrm>
          <a:prstGeom prst="rect">
            <a:avLst/>
          </a:prstGeom>
        </p:spPr>
      </p:pic>
      <p:pic>
        <p:nvPicPr>
          <p:cNvPr id="77" name="field-wave"/>
          <p:cNvPicPr/>
          <p:nvPr/>
        </p:nvPicPr>
        <p:blipFill>
          <a:blip r:embed="rId20"/>
          <a:stretch>
            <a:fillRect/>
          </a:stretch>
        </p:blipFill>
        <p:spPr>
          <a:xfrm>
            <a:off x="8517479" y="3405266"/>
            <a:ext cx="423565" cy="396919"/>
          </a:xfrm>
          <a:prstGeom prst="rect">
            <a:avLst/>
          </a:prstGeom>
        </p:spPr>
      </p:pic>
      <p:pic>
        <p:nvPicPr>
          <p:cNvPr id="78" name="field-sliders"/>
          <p:cNvPicPr/>
          <p:nvPr/>
        </p:nvPicPr>
        <p:blipFill>
          <a:blip r:embed="rId21"/>
          <a:stretch>
            <a:fillRect/>
          </a:stretch>
        </p:blipFill>
        <p:spPr>
          <a:xfrm>
            <a:off x="8536043" y="4096599"/>
            <a:ext cx="375952" cy="397502"/>
          </a:xfrm>
          <a:prstGeom prst="rect">
            <a:avLst/>
          </a:prstGeom>
        </p:spPr>
      </p:pic>
      <p:pic>
        <p:nvPicPr>
          <p:cNvPr id="79" name="field-document"/>
          <p:cNvPicPr/>
          <p:nvPr/>
        </p:nvPicPr>
        <p:blipFill>
          <a:blip r:embed="rId22"/>
          <a:stretch>
            <a:fillRect/>
          </a:stretch>
        </p:blipFill>
        <p:spPr>
          <a:xfrm>
            <a:off x="8527744" y="4825644"/>
            <a:ext cx="377918" cy="419270"/>
          </a:xfrm>
          <a:prstGeom prst="rect">
            <a:avLst/>
          </a:prstGeom>
        </p:spPr>
      </p:pic>
      <p:pic>
        <p:nvPicPr>
          <p:cNvPr id="80" name="field-shield"/>
          <p:cNvPicPr/>
          <p:nvPr/>
        </p:nvPicPr>
        <p:blipFill>
          <a:blip r:embed="rId23"/>
          <a:stretch>
            <a:fillRect/>
          </a:stretch>
        </p:blipFill>
        <p:spPr>
          <a:xfrm>
            <a:off x="8517042" y="5508678"/>
            <a:ext cx="413882" cy="453269"/>
          </a:xfrm>
          <a:prstGeom prst="rect">
            <a:avLst/>
          </a:prstGeom>
        </p:spPr>
      </p:pic>
      <p:pic>
        <p:nvPicPr>
          <p:cNvPr id="81" name="footer-document"/>
          <p:cNvPicPr/>
          <p:nvPr/>
        </p:nvPicPr>
        <p:blipFill>
          <a:blip r:embed="rId24"/>
          <a:stretch>
            <a:fillRect/>
          </a:stretch>
        </p:blipFill>
        <p:spPr>
          <a:xfrm>
            <a:off x="8386725" y="6141041"/>
            <a:ext cx="274174" cy="290919"/>
          </a:xfrm>
          <a:prstGeom prst="rect">
            <a:avLst/>
          </a:prstGeom>
        </p:spPr>
      </p:pic>
      <p:pic>
        <p:nvPicPr>
          <p:cNvPr id="82" name="rule-document-pencil"/>
          <p:cNvPicPr/>
          <p:nvPr/>
        </p:nvPicPr>
        <p:blipFill>
          <a:blip r:embed="rId25"/>
          <a:stretch>
            <a:fillRect/>
          </a:stretch>
        </p:blipFill>
        <p:spPr>
          <a:xfrm>
            <a:off x="279288" y="5103895"/>
            <a:ext cx="812840" cy="821722"/>
          </a:xfrm>
          <a:prstGeom prst="rect">
            <a:avLst/>
          </a:prstGeom>
        </p:spPr>
      </p:pic>
      <p:pic>
        <p:nvPicPr>
          <p:cNvPr id="83" name="ocxo-chip"/>
          <p:cNvPicPr/>
          <p:nvPr/>
        </p:nvPicPr>
        <p:blipFill>
          <a:blip r:embed="rId26"/>
          <a:stretch>
            <a:fillRect/>
          </a:stretch>
        </p:blipFill>
        <p:spPr>
          <a:xfrm>
            <a:off x="864621" y="5730070"/>
            <a:ext cx="2036287" cy="1200223"/>
          </a:xfrm>
          <a:prstGeom prst="rect">
            <a:avLst/>
          </a:prstGeom>
        </p:spPr>
      </p:pic>
      <p:pic>
        <p:nvPicPr>
          <p:cNvPr id="84" name="badge1"/>
          <p:cNvPicPr/>
          <p:nvPr/>
        </p:nvPicPr>
        <p:blipFill>
          <a:blip r:embed="rId3"/>
          <a:stretch>
            <a:fillRect/>
          </a:stretch>
        </p:blipFill>
        <p:spPr>
          <a:xfrm>
            <a:off x="387473" y="1837099"/>
            <a:ext cx="554537" cy="541724"/>
          </a:xfrm>
          <a:prstGeom prst="rect">
            <a:avLst/>
          </a:prstGeom>
        </p:spPr>
      </p:pic>
      <p:pic>
        <p:nvPicPr>
          <p:cNvPr id="85" name="badge2"/>
          <p:cNvPicPr/>
          <p:nvPr/>
        </p:nvPicPr>
        <p:blipFill>
          <a:blip r:embed="rId5"/>
          <a:stretch>
            <a:fillRect/>
          </a:stretch>
        </p:blipFill>
        <p:spPr>
          <a:xfrm>
            <a:off x="2345861" y="1837099"/>
            <a:ext cx="554537" cy="541724"/>
          </a:xfrm>
          <a:prstGeom prst="rect">
            <a:avLst/>
          </a:prstGeom>
        </p:spPr>
      </p:pic>
      <p:pic>
        <p:nvPicPr>
          <p:cNvPr id="86" name="badge3"/>
          <p:cNvPicPr/>
          <p:nvPr/>
        </p:nvPicPr>
        <p:blipFill>
          <a:blip r:embed="rId7"/>
          <a:stretch>
            <a:fillRect/>
          </a:stretch>
        </p:blipFill>
        <p:spPr>
          <a:xfrm>
            <a:off x="4239019" y="1837391"/>
            <a:ext cx="553955" cy="541214"/>
          </a:xfrm>
          <a:prstGeom prst="rect">
            <a:avLst/>
          </a:prstGeom>
        </p:spPr>
      </p:pic>
      <p:pic>
        <p:nvPicPr>
          <p:cNvPr id="87" name="badge4"/>
          <p:cNvPicPr/>
          <p:nvPr/>
        </p:nvPicPr>
        <p:blipFill>
          <a:blip r:embed="rId9"/>
          <a:stretch>
            <a:fillRect/>
          </a:stretch>
        </p:blipFill>
        <p:spPr>
          <a:xfrm>
            <a:off x="6166393" y="1837900"/>
            <a:ext cx="547766" cy="540268"/>
          </a:xfrm>
          <a:prstGeom prst="rect">
            <a:avLst/>
          </a:prstGeom>
        </p:spPr>
      </p:pic>
      <p:pic>
        <p:nvPicPr>
          <p:cNvPr id="88" name="badge5"/>
          <p:cNvPicPr/>
          <p:nvPr/>
        </p:nvPicPr>
        <p:blipFill>
          <a:blip r:embed="rId11"/>
          <a:stretch>
            <a:fillRect/>
          </a:stretch>
        </p:blipFill>
        <p:spPr>
          <a:xfrm>
            <a:off x="5699656" y="3453607"/>
            <a:ext cx="549368" cy="541214"/>
          </a:xfrm>
          <a:prstGeom prst="rect">
            <a:avLst/>
          </a:prstGeom>
        </p:spPr>
      </p:pic>
      <p:pic>
        <p:nvPicPr>
          <p:cNvPr id="89" name="badge6"/>
          <p:cNvPicPr/>
          <p:nvPr/>
        </p:nvPicPr>
        <p:blipFill>
          <a:blip r:embed="rId13"/>
          <a:stretch>
            <a:fillRect/>
          </a:stretch>
        </p:blipFill>
        <p:spPr>
          <a:xfrm>
            <a:off x="3688340" y="3453607"/>
            <a:ext cx="551115" cy="541214"/>
          </a:xfrm>
          <a:prstGeom prst="rect">
            <a:avLst/>
          </a:prstGeom>
        </p:spPr>
      </p:pic>
      <p:pic>
        <p:nvPicPr>
          <p:cNvPr id="90" name="badge7"/>
          <p:cNvPicPr/>
          <p:nvPr/>
        </p:nvPicPr>
        <p:blipFill>
          <a:blip r:embed="rId15"/>
          <a:stretch>
            <a:fillRect/>
          </a:stretch>
        </p:blipFill>
        <p:spPr>
          <a:xfrm>
            <a:off x="1428039" y="3453316"/>
            <a:ext cx="555702" cy="555702"/>
          </a:xfrm>
          <a:prstGeom prst="rect">
            <a:avLst/>
          </a:prstGeom>
        </p:spPr>
      </p:pic>
      <p:sp>
        <p:nvSpPr>
          <p:cNvPr id="91" name="TextBox 91"/>
          <p:cNvSpPr txBox="1"/>
          <p:nvPr/>
        </p:nvSpPr>
        <p:spPr>
          <a:xfrm>
            <a:off x="937787" y="400414"/>
            <a:ext cx="7491382" cy="47321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000" b="1" i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晶振适配与标定：先建档，再校准，再验证</a:t>
            </a:r>
            <a:endParaRPr lang="zh-CN" sz="3000"/>
          </a:p>
        </p:txBody>
      </p:sp>
      <p:sp>
        <p:nvSpPr>
          <p:cNvPr id="92" name="TextBox 92"/>
          <p:cNvSpPr txBox="1"/>
          <p:nvPr/>
        </p:nvSpPr>
        <p:spPr>
          <a:xfrm>
            <a:off x="937787" y="1223083"/>
            <a:ext cx="2067592" cy="3494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150" b="1" i="1">
                <a:solidFill>
                  <a:srgbClr val="003A9D"/>
                </a:solidFill>
                <a:latin typeface="Noto Sans CJK SC"/>
                <a:ea typeface="Noto Sans CJK SC"/>
                <a:cs typeface="Noto Sans CJK SC"/>
              </a:rPr>
              <a:t>晶振适配流程</a:t>
            </a:r>
            <a:endParaRPr lang="zh-CN" sz="2150"/>
          </a:p>
        </p:txBody>
      </p:sp>
      <p:sp>
        <p:nvSpPr>
          <p:cNvPr id="93" name="TextBox 93"/>
          <p:cNvSpPr txBox="1"/>
          <p:nvPr/>
        </p:nvSpPr>
        <p:spPr>
          <a:xfrm>
            <a:off x="387473" y="1837099"/>
            <a:ext cx="554537" cy="54172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2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1</a:t>
            </a:r>
            <a:endParaRPr lang="zh-CN" sz="2250"/>
          </a:p>
        </p:txBody>
      </p:sp>
      <p:sp>
        <p:nvSpPr>
          <p:cNvPr id="94" name="TextBox 94"/>
          <p:cNvSpPr txBox="1"/>
          <p:nvPr/>
        </p:nvSpPr>
        <p:spPr>
          <a:xfrm>
            <a:off x="952348" y="1965669"/>
            <a:ext cx="1026516" cy="3130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料号建档</a:t>
            </a:r>
            <a:endParaRPr lang="zh-CN" sz="1750"/>
          </a:p>
        </p:txBody>
      </p:sp>
      <p:sp>
        <p:nvSpPr>
          <p:cNvPr id="95" name="TextBox 95"/>
          <p:cNvSpPr txBox="1"/>
          <p:nvPr/>
        </p:nvSpPr>
        <p:spPr>
          <a:xfrm>
            <a:off x="522813" y="2759217"/>
            <a:ext cx="1441490" cy="40041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7395F"/>
                </a:solidFill>
                <a:latin typeface="Noto Sans CJK SC"/>
                <a:ea typeface="Noto Sans CJK SC"/>
                <a:cs typeface="Noto Sans CJK SC"/>
              </a:rPr>
              <a:t>型号 / 厂商</a:t>
            </a:r>
            <a:endParaRPr lang="zh-CN" sz="1200"/>
          </a:p>
          <a:p>
            <a:pPr algn="ctr"/>
            <a:r>
              <a:rPr lang="zh-CN" sz="1200">
                <a:solidFill>
                  <a:srgbClr val="17395F"/>
                </a:solidFill>
                <a:latin typeface="Noto Sans CJK SC"/>
                <a:ea typeface="Noto Sans CJK SC"/>
                <a:cs typeface="Noto Sans CJK SC"/>
              </a:rPr>
              <a:t>资料与版本</a:t>
            </a:r>
            <a:endParaRPr lang="zh-CN" sz="1200"/>
          </a:p>
        </p:txBody>
      </p:sp>
      <p:sp>
        <p:nvSpPr>
          <p:cNvPr id="96" name="TextBox 96"/>
          <p:cNvSpPr txBox="1"/>
          <p:nvPr/>
        </p:nvSpPr>
        <p:spPr>
          <a:xfrm>
            <a:off x="2345861" y="1837099"/>
            <a:ext cx="554537" cy="54172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2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2</a:t>
            </a:r>
            <a:endParaRPr lang="zh-CN" sz="2250"/>
          </a:p>
        </p:txBody>
      </p:sp>
      <p:sp>
        <p:nvSpPr>
          <p:cNvPr id="97" name="TextBox 97"/>
          <p:cNvSpPr txBox="1"/>
          <p:nvPr/>
        </p:nvSpPr>
        <p:spPr>
          <a:xfrm>
            <a:off x="2910736" y="1965669"/>
            <a:ext cx="975554" cy="3130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电气核对</a:t>
            </a:r>
            <a:endParaRPr lang="zh-CN" sz="1750"/>
          </a:p>
        </p:txBody>
      </p:sp>
      <p:sp>
        <p:nvSpPr>
          <p:cNvPr id="98" name="TextBox 98"/>
          <p:cNvSpPr txBox="1"/>
          <p:nvPr/>
        </p:nvSpPr>
        <p:spPr>
          <a:xfrm>
            <a:off x="2481201" y="2759217"/>
            <a:ext cx="1390529" cy="40041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7395F"/>
                </a:solidFill>
                <a:latin typeface="Noto Sans CJK SC"/>
                <a:ea typeface="Noto Sans CJK SC"/>
                <a:cs typeface="Noto Sans CJK SC"/>
              </a:rPr>
              <a:t>供电 / 引脚</a:t>
            </a:r>
            <a:endParaRPr lang="zh-CN" sz="1200"/>
          </a:p>
          <a:p>
            <a:pPr algn="ctr"/>
            <a:r>
              <a:rPr lang="zh-CN" sz="1200">
                <a:solidFill>
                  <a:srgbClr val="17395F"/>
                </a:solidFill>
                <a:latin typeface="Noto Sans CJK SC"/>
                <a:ea typeface="Noto Sans CJK SC"/>
                <a:cs typeface="Noto Sans CJK SC"/>
              </a:rPr>
              <a:t>输出 / 调谐极性</a:t>
            </a:r>
            <a:endParaRPr lang="zh-CN" sz="1200"/>
          </a:p>
        </p:txBody>
      </p:sp>
      <p:sp>
        <p:nvSpPr>
          <p:cNvPr id="99" name="TextBox 99"/>
          <p:cNvSpPr txBox="1"/>
          <p:nvPr/>
        </p:nvSpPr>
        <p:spPr>
          <a:xfrm>
            <a:off x="4239019" y="1837391"/>
            <a:ext cx="553955" cy="54121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2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3</a:t>
            </a:r>
            <a:endParaRPr lang="zh-CN" sz="2250"/>
          </a:p>
        </p:txBody>
      </p:sp>
      <p:sp>
        <p:nvSpPr>
          <p:cNvPr id="100" name="TextBox 100"/>
          <p:cNvSpPr txBox="1"/>
          <p:nvPr/>
        </p:nvSpPr>
        <p:spPr>
          <a:xfrm>
            <a:off x="4803602" y="1965669"/>
            <a:ext cx="1011955" cy="3130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上电检查</a:t>
            </a:r>
            <a:endParaRPr lang="zh-CN" sz="1750"/>
          </a:p>
        </p:txBody>
      </p:sp>
      <p:sp>
        <p:nvSpPr>
          <p:cNvPr id="101" name="TextBox 101"/>
          <p:cNvSpPr txBox="1"/>
          <p:nvPr/>
        </p:nvSpPr>
        <p:spPr>
          <a:xfrm>
            <a:off x="4374067" y="2759217"/>
            <a:ext cx="1426930" cy="40041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7395F"/>
                </a:solidFill>
                <a:latin typeface="Noto Sans CJK SC"/>
                <a:ea typeface="Noto Sans CJK SC"/>
                <a:cs typeface="Noto Sans CJK SC"/>
              </a:rPr>
              <a:t>输出存在性</a:t>
            </a:r>
            <a:endParaRPr lang="zh-CN" sz="1200"/>
          </a:p>
          <a:p>
            <a:pPr algn="ctr"/>
            <a:r>
              <a:rPr lang="zh-CN" sz="1200">
                <a:solidFill>
                  <a:srgbClr val="17395F"/>
                </a:solidFill>
                <a:latin typeface="Noto Sans CJK SC"/>
                <a:ea typeface="Noto Sans CJK SC"/>
                <a:cs typeface="Noto Sans CJK SC"/>
              </a:rPr>
              <a:t>频率与幅度</a:t>
            </a:r>
            <a:endParaRPr lang="zh-CN" sz="1200"/>
          </a:p>
        </p:txBody>
      </p:sp>
      <p:sp>
        <p:nvSpPr>
          <p:cNvPr id="102" name="TextBox 102"/>
          <p:cNvSpPr txBox="1"/>
          <p:nvPr/>
        </p:nvSpPr>
        <p:spPr>
          <a:xfrm>
            <a:off x="6166393" y="1837900"/>
            <a:ext cx="547766" cy="5402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2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4</a:t>
            </a:r>
            <a:endParaRPr lang="zh-CN" sz="2250"/>
          </a:p>
        </p:txBody>
      </p:sp>
      <p:sp>
        <p:nvSpPr>
          <p:cNvPr id="103" name="TextBox 103"/>
          <p:cNvSpPr txBox="1"/>
          <p:nvPr/>
        </p:nvSpPr>
        <p:spPr>
          <a:xfrm>
            <a:off x="6725590" y="1965669"/>
            <a:ext cx="1026516" cy="3130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调谐标定</a:t>
            </a:r>
            <a:endParaRPr lang="zh-CN" sz="1750"/>
          </a:p>
        </p:txBody>
      </p:sp>
      <p:sp>
        <p:nvSpPr>
          <p:cNvPr id="104" name="TextBox 104"/>
          <p:cNvSpPr txBox="1"/>
          <p:nvPr/>
        </p:nvSpPr>
        <p:spPr>
          <a:xfrm>
            <a:off x="6296055" y="2759217"/>
            <a:ext cx="1441490" cy="40041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7395F"/>
                </a:solidFill>
                <a:latin typeface="Noto Sans CJK SC"/>
                <a:ea typeface="Noto Sans CJK SC"/>
                <a:cs typeface="Noto Sans CJK SC"/>
              </a:rPr>
              <a:t>DAC码值—频偏</a:t>
            </a:r>
            <a:endParaRPr lang="zh-CN" sz="1200"/>
          </a:p>
          <a:p>
            <a:pPr algn="ctr"/>
            <a:r>
              <a:rPr lang="zh-CN" sz="1200">
                <a:solidFill>
                  <a:srgbClr val="17395F"/>
                </a:solidFill>
                <a:latin typeface="Noto Sans CJK SC"/>
                <a:ea typeface="Noto Sans CJK SC"/>
                <a:cs typeface="Noto Sans CJK SC"/>
              </a:rPr>
              <a:t>灵敏度与范围</a:t>
            </a:r>
            <a:endParaRPr lang="zh-CN" sz="1200"/>
          </a:p>
        </p:txBody>
      </p:sp>
      <p:sp>
        <p:nvSpPr>
          <p:cNvPr id="105" name="TextBox 105"/>
          <p:cNvSpPr txBox="1"/>
          <p:nvPr/>
        </p:nvSpPr>
        <p:spPr>
          <a:xfrm>
            <a:off x="5699656" y="3453607"/>
            <a:ext cx="549368" cy="54121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2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5</a:t>
            </a:r>
            <a:endParaRPr lang="zh-CN" sz="2250"/>
          </a:p>
        </p:txBody>
      </p:sp>
      <p:sp>
        <p:nvSpPr>
          <p:cNvPr id="106" name="TextBox 106"/>
          <p:cNvSpPr txBox="1"/>
          <p:nvPr/>
        </p:nvSpPr>
        <p:spPr>
          <a:xfrm>
            <a:off x="6259653" y="3581885"/>
            <a:ext cx="1077478" cy="3130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温度采样</a:t>
            </a:r>
            <a:endParaRPr lang="zh-CN" sz="1750"/>
          </a:p>
        </p:txBody>
      </p:sp>
      <p:sp>
        <p:nvSpPr>
          <p:cNvPr id="107" name="TextBox 107"/>
          <p:cNvSpPr txBox="1"/>
          <p:nvPr/>
        </p:nvSpPr>
        <p:spPr>
          <a:xfrm>
            <a:off x="5830118" y="4375433"/>
            <a:ext cx="1492452" cy="40041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7395F"/>
                </a:solidFill>
                <a:latin typeface="Noto Sans CJK SC"/>
                <a:ea typeface="Noto Sans CJK SC"/>
                <a:cs typeface="Noto Sans CJK SC"/>
              </a:rPr>
              <a:t>记录温度与频率</a:t>
            </a:r>
            <a:endParaRPr lang="zh-CN" sz="1200"/>
          </a:p>
          <a:p>
            <a:pPr algn="ctr"/>
            <a:r>
              <a:rPr lang="zh-CN" sz="1200">
                <a:solidFill>
                  <a:srgbClr val="17395F"/>
                </a:solidFill>
                <a:latin typeface="Noto Sans CJK SC"/>
                <a:ea typeface="Noto Sans CJK SC"/>
                <a:cs typeface="Noto Sans CJK SC"/>
              </a:rPr>
              <a:t>覆盖计划工作范围</a:t>
            </a:r>
            <a:endParaRPr lang="zh-CN" sz="1200"/>
          </a:p>
        </p:txBody>
      </p:sp>
      <p:sp>
        <p:nvSpPr>
          <p:cNvPr id="108" name="TextBox 108"/>
          <p:cNvSpPr txBox="1"/>
          <p:nvPr/>
        </p:nvSpPr>
        <p:spPr>
          <a:xfrm>
            <a:off x="3688340" y="3453607"/>
            <a:ext cx="551115" cy="54121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2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6</a:t>
            </a:r>
            <a:endParaRPr lang="zh-CN" sz="2250"/>
          </a:p>
        </p:txBody>
      </p:sp>
      <p:sp>
        <p:nvSpPr>
          <p:cNvPr id="109" name="TextBox 109"/>
          <p:cNvSpPr txBox="1"/>
          <p:nvPr/>
        </p:nvSpPr>
        <p:spPr>
          <a:xfrm>
            <a:off x="4250303" y="3581885"/>
            <a:ext cx="1026516" cy="3130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参数拟合</a:t>
            </a:r>
            <a:endParaRPr lang="zh-CN" sz="1750"/>
          </a:p>
        </p:txBody>
      </p:sp>
      <p:sp>
        <p:nvSpPr>
          <p:cNvPr id="110" name="TextBox 110"/>
          <p:cNvSpPr txBox="1"/>
          <p:nvPr/>
        </p:nvSpPr>
        <p:spPr>
          <a:xfrm>
            <a:off x="3820768" y="4375433"/>
            <a:ext cx="1441490" cy="40041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7395F"/>
                </a:solidFill>
                <a:latin typeface="Noto Sans CJK SC"/>
                <a:ea typeface="Noto Sans CJK SC"/>
                <a:cs typeface="Noto Sans CJK SC"/>
              </a:rPr>
              <a:t>建立基础标定表</a:t>
            </a:r>
            <a:endParaRPr lang="zh-CN" sz="1200"/>
          </a:p>
          <a:p>
            <a:pPr algn="ctr"/>
            <a:r>
              <a:rPr lang="zh-CN" sz="1200">
                <a:solidFill>
                  <a:srgbClr val="17395F"/>
                </a:solidFill>
                <a:latin typeface="Noto Sans CJK SC"/>
                <a:ea typeface="Noto Sans CJK SC"/>
                <a:cs typeface="Noto Sans CJK SC"/>
              </a:rPr>
              <a:t>记录拟合条件</a:t>
            </a:r>
            <a:endParaRPr lang="zh-CN" sz="1200"/>
          </a:p>
        </p:txBody>
      </p:sp>
      <p:sp>
        <p:nvSpPr>
          <p:cNvPr id="111" name="TextBox 111"/>
          <p:cNvSpPr txBox="1"/>
          <p:nvPr/>
        </p:nvSpPr>
        <p:spPr>
          <a:xfrm>
            <a:off x="1428039" y="3453316"/>
            <a:ext cx="555702" cy="55570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2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7</a:t>
            </a:r>
            <a:endParaRPr lang="zh-CN" sz="2250"/>
          </a:p>
        </p:txBody>
      </p:sp>
      <p:sp>
        <p:nvSpPr>
          <p:cNvPr id="112" name="TextBox 112"/>
          <p:cNvSpPr txBox="1"/>
          <p:nvPr/>
        </p:nvSpPr>
        <p:spPr>
          <a:xfrm>
            <a:off x="2037106" y="3581885"/>
            <a:ext cx="1128439" cy="3130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独立验证</a:t>
            </a:r>
            <a:endParaRPr lang="zh-CN" sz="1750"/>
          </a:p>
        </p:txBody>
      </p:sp>
      <p:sp>
        <p:nvSpPr>
          <p:cNvPr id="113" name="TextBox 113"/>
          <p:cNvSpPr txBox="1"/>
          <p:nvPr/>
        </p:nvSpPr>
        <p:spPr>
          <a:xfrm>
            <a:off x="1607571" y="4375433"/>
            <a:ext cx="1543414" cy="40041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7395F"/>
                </a:solidFill>
                <a:latin typeface="Noto Sans CJK SC"/>
                <a:ea typeface="Noto Sans CJK SC"/>
                <a:cs typeface="Noto Sans CJK SC"/>
              </a:rPr>
              <a:t>复测频偏与调谐余量</a:t>
            </a:r>
            <a:endParaRPr lang="zh-CN" sz="1200"/>
          </a:p>
          <a:p>
            <a:pPr algn="ctr"/>
            <a:r>
              <a:rPr lang="zh-CN" sz="1200">
                <a:solidFill>
                  <a:srgbClr val="17395F"/>
                </a:solidFill>
                <a:latin typeface="Noto Sans CJK SC"/>
                <a:ea typeface="Noto Sans CJK SC"/>
                <a:cs typeface="Noto Sans CJK SC"/>
              </a:rPr>
              <a:t>判断是否可用</a:t>
            </a:r>
            <a:endParaRPr lang="zh-CN" sz="1200"/>
          </a:p>
        </p:txBody>
      </p:sp>
      <p:sp>
        <p:nvSpPr>
          <p:cNvPr id="114" name="TextBox 114"/>
          <p:cNvSpPr txBox="1"/>
          <p:nvPr/>
        </p:nvSpPr>
        <p:spPr>
          <a:xfrm>
            <a:off x="8924227" y="1332287"/>
            <a:ext cx="2817459" cy="3421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2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晶振料号档案 | 字段示意卡</a:t>
            </a:r>
            <a:endParaRPr lang="zh-CN" sz="1820"/>
          </a:p>
        </p:txBody>
      </p:sp>
      <p:sp>
        <p:nvSpPr>
          <p:cNvPr id="115" name="TextBox 115"/>
          <p:cNvSpPr txBox="1"/>
          <p:nvPr/>
        </p:nvSpPr>
        <p:spPr>
          <a:xfrm>
            <a:off x="9069832" y="1965669"/>
            <a:ext cx="2613611" cy="28393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50" b="1">
                <a:solidFill>
                  <a:srgbClr val="003DB7"/>
                </a:solidFill>
                <a:latin typeface="Noto Sans CJK SC"/>
                <a:ea typeface="Noto Sans CJK SC"/>
                <a:cs typeface="Noto Sans CJK SC"/>
              </a:rPr>
              <a:t>基本信息</a:t>
            </a:r>
            <a:endParaRPr lang="zh-CN" sz="1550"/>
          </a:p>
        </p:txBody>
      </p:sp>
      <p:sp>
        <p:nvSpPr>
          <p:cNvPr id="116" name="TextBox 116"/>
          <p:cNvSpPr txBox="1"/>
          <p:nvPr/>
        </p:nvSpPr>
        <p:spPr>
          <a:xfrm>
            <a:off x="9069832" y="2264159"/>
            <a:ext cx="2657293" cy="21840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>
                <a:solidFill>
                  <a:srgbClr val="244469"/>
                </a:solidFill>
                <a:latin typeface="Noto Sans CJK SC"/>
                <a:ea typeface="Noto Sans CJK SC"/>
                <a:cs typeface="Noto Sans CJK SC"/>
              </a:rPr>
              <a:t>厂商：待填写；型号：候选料号待定</a:t>
            </a:r>
            <a:endParaRPr lang="zh-CN" sz="1150"/>
          </a:p>
        </p:txBody>
      </p:sp>
      <p:sp>
        <p:nvSpPr>
          <p:cNvPr id="117" name="TextBox 117"/>
          <p:cNvSpPr txBox="1"/>
          <p:nvPr/>
        </p:nvSpPr>
        <p:spPr>
          <a:xfrm>
            <a:off x="9069832" y="2657293"/>
            <a:ext cx="2613611" cy="28393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50" b="1">
                <a:solidFill>
                  <a:srgbClr val="003DB7"/>
                </a:solidFill>
                <a:latin typeface="Noto Sans CJK SC"/>
                <a:ea typeface="Noto Sans CJK SC"/>
                <a:cs typeface="Noto Sans CJK SC"/>
              </a:rPr>
              <a:t>供电与引脚</a:t>
            </a:r>
            <a:endParaRPr lang="zh-CN" sz="1550"/>
          </a:p>
        </p:txBody>
      </p:sp>
      <p:sp>
        <p:nvSpPr>
          <p:cNvPr id="118" name="TextBox 118"/>
          <p:cNvSpPr txBox="1"/>
          <p:nvPr/>
        </p:nvSpPr>
        <p:spPr>
          <a:xfrm>
            <a:off x="9069832" y="2955783"/>
            <a:ext cx="2657293" cy="21840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>
                <a:solidFill>
                  <a:srgbClr val="244469"/>
                </a:solidFill>
                <a:latin typeface="Noto Sans CJK SC"/>
                <a:ea typeface="Noto Sans CJK SC"/>
                <a:cs typeface="Noto Sans CJK SC"/>
              </a:rPr>
              <a:t>供电范围、引脚定义：待核对</a:t>
            </a:r>
            <a:endParaRPr lang="zh-CN" sz="1150"/>
          </a:p>
        </p:txBody>
      </p:sp>
      <p:sp>
        <p:nvSpPr>
          <p:cNvPr id="119" name="TextBox 119"/>
          <p:cNvSpPr txBox="1"/>
          <p:nvPr/>
        </p:nvSpPr>
        <p:spPr>
          <a:xfrm>
            <a:off x="9069832" y="3348917"/>
            <a:ext cx="2613611" cy="28393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50" b="1">
                <a:solidFill>
                  <a:srgbClr val="003DB7"/>
                </a:solidFill>
                <a:latin typeface="Noto Sans CJK SC"/>
                <a:ea typeface="Noto Sans CJK SC"/>
                <a:cs typeface="Noto Sans CJK SC"/>
              </a:rPr>
              <a:t>输出特性</a:t>
            </a:r>
            <a:endParaRPr lang="zh-CN" sz="1550"/>
          </a:p>
        </p:txBody>
      </p:sp>
      <p:sp>
        <p:nvSpPr>
          <p:cNvPr id="120" name="TextBox 120"/>
          <p:cNvSpPr txBox="1"/>
          <p:nvPr/>
        </p:nvSpPr>
        <p:spPr>
          <a:xfrm>
            <a:off x="9069832" y="3647408"/>
            <a:ext cx="2657293" cy="21840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>
                <a:solidFill>
                  <a:srgbClr val="244469"/>
                </a:solidFill>
                <a:latin typeface="Noto Sans CJK SC"/>
                <a:ea typeface="Noto Sans CJK SC"/>
                <a:cs typeface="Noto Sans CJK SC"/>
              </a:rPr>
              <a:t>输出频率、幅度、波形：待测</a:t>
            </a:r>
            <a:endParaRPr lang="zh-CN" sz="1150"/>
          </a:p>
        </p:txBody>
      </p:sp>
      <p:sp>
        <p:nvSpPr>
          <p:cNvPr id="121" name="TextBox 121"/>
          <p:cNvSpPr txBox="1"/>
          <p:nvPr/>
        </p:nvSpPr>
        <p:spPr>
          <a:xfrm>
            <a:off x="9069832" y="4047822"/>
            <a:ext cx="2613611" cy="28393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50" b="1">
                <a:solidFill>
                  <a:srgbClr val="003DB7"/>
                </a:solidFill>
                <a:latin typeface="Noto Sans CJK SC"/>
                <a:ea typeface="Noto Sans CJK SC"/>
                <a:cs typeface="Noto Sans CJK SC"/>
              </a:rPr>
              <a:t>调谐接口</a:t>
            </a:r>
            <a:endParaRPr lang="zh-CN" sz="1550"/>
          </a:p>
        </p:txBody>
      </p:sp>
      <p:sp>
        <p:nvSpPr>
          <p:cNvPr id="122" name="TextBox 122"/>
          <p:cNvSpPr txBox="1"/>
          <p:nvPr/>
        </p:nvSpPr>
        <p:spPr>
          <a:xfrm>
            <a:off x="9069832" y="4346312"/>
            <a:ext cx="2657293" cy="21840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>
                <a:solidFill>
                  <a:srgbClr val="244469"/>
                </a:solidFill>
                <a:latin typeface="Noto Sans CJK SC"/>
                <a:ea typeface="Noto Sans CJK SC"/>
                <a:cs typeface="Noto Sans CJK SC"/>
              </a:rPr>
              <a:t>调谐极性：待核对；范围：待测</a:t>
            </a:r>
            <a:endParaRPr lang="zh-CN" sz="1150"/>
          </a:p>
        </p:txBody>
      </p:sp>
      <p:sp>
        <p:nvSpPr>
          <p:cNvPr id="123" name="TextBox 123"/>
          <p:cNvSpPr txBox="1"/>
          <p:nvPr/>
        </p:nvSpPr>
        <p:spPr>
          <a:xfrm>
            <a:off x="9069832" y="4754006"/>
            <a:ext cx="2613611" cy="28393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50" b="1">
                <a:solidFill>
                  <a:srgbClr val="003DB7"/>
                </a:solidFill>
                <a:latin typeface="Noto Sans CJK SC"/>
                <a:ea typeface="Noto Sans CJK SC"/>
                <a:cs typeface="Noto Sans CJK SC"/>
              </a:rPr>
              <a:t>标定记录</a:t>
            </a:r>
            <a:endParaRPr lang="zh-CN" sz="1550"/>
          </a:p>
        </p:txBody>
      </p:sp>
      <p:sp>
        <p:nvSpPr>
          <p:cNvPr id="124" name="TextBox 124"/>
          <p:cNvSpPr txBox="1"/>
          <p:nvPr/>
        </p:nvSpPr>
        <p:spPr>
          <a:xfrm>
            <a:off x="9069832" y="5052497"/>
            <a:ext cx="2657293" cy="21840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>
                <a:solidFill>
                  <a:srgbClr val="244469"/>
                </a:solidFill>
                <a:latin typeface="Noto Sans CJK SC"/>
                <a:ea typeface="Noto Sans CJK SC"/>
                <a:cs typeface="Noto Sans CJK SC"/>
              </a:rPr>
              <a:t>DAC码值、频偏、温度、采样时间</a:t>
            </a:r>
            <a:endParaRPr lang="zh-CN" sz="1150"/>
          </a:p>
        </p:txBody>
      </p:sp>
      <p:sp>
        <p:nvSpPr>
          <p:cNvPr id="125" name="TextBox 125"/>
          <p:cNvSpPr txBox="1"/>
          <p:nvPr/>
        </p:nvSpPr>
        <p:spPr>
          <a:xfrm>
            <a:off x="9069832" y="5460191"/>
            <a:ext cx="2613611" cy="28393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50" b="1">
                <a:solidFill>
                  <a:srgbClr val="003DB7"/>
                </a:solidFill>
                <a:latin typeface="Noto Sans CJK SC"/>
                <a:ea typeface="Noto Sans CJK SC"/>
                <a:cs typeface="Noto Sans CJK SC"/>
              </a:rPr>
              <a:t>验证结论</a:t>
            </a:r>
            <a:endParaRPr lang="zh-CN" sz="1550"/>
          </a:p>
        </p:txBody>
      </p:sp>
      <p:sp>
        <p:nvSpPr>
          <p:cNvPr id="126" name="TextBox 126"/>
          <p:cNvSpPr txBox="1"/>
          <p:nvPr/>
        </p:nvSpPr>
        <p:spPr>
          <a:xfrm>
            <a:off x="9069832" y="5758682"/>
            <a:ext cx="2657293" cy="21840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>
                <a:solidFill>
                  <a:srgbClr val="244469"/>
                </a:solidFill>
                <a:latin typeface="Noto Sans CJK SC"/>
                <a:ea typeface="Noto Sans CJK SC"/>
                <a:cs typeface="Noto Sans CJK SC"/>
              </a:rPr>
              <a:t>调谐余量：待测；是否通过：待验证</a:t>
            </a:r>
            <a:endParaRPr lang="zh-CN" sz="1150"/>
          </a:p>
        </p:txBody>
      </p:sp>
      <p:sp>
        <p:nvSpPr>
          <p:cNvPr id="127" name="TextBox 127"/>
          <p:cNvSpPr txBox="1"/>
          <p:nvPr/>
        </p:nvSpPr>
        <p:spPr>
          <a:xfrm>
            <a:off x="8713099" y="6180936"/>
            <a:ext cx="3028586" cy="20384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869">
                <a:solidFill>
                  <a:srgbClr val="244469"/>
                </a:solidFill>
                <a:latin typeface="Noto Sans CJK SC"/>
                <a:ea typeface="Noto Sans CJK SC"/>
                <a:cs typeface="Noto Sans CJK SC"/>
              </a:rPr>
              <a:t>每个样本独立记录：调谐灵敏度、校准参数、训练条件与版本。</a:t>
            </a:r>
            <a:endParaRPr lang="zh-CN" sz="869"/>
          </a:p>
        </p:txBody>
      </p:sp>
      <p:sp>
        <p:nvSpPr>
          <p:cNvPr id="128" name="TextBox 128"/>
          <p:cNvSpPr txBox="1"/>
          <p:nvPr/>
        </p:nvSpPr>
        <p:spPr>
          <a:xfrm>
            <a:off x="1134354" y="5343707"/>
            <a:ext cx="910032" cy="32761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30" b="1">
                <a:solidFill>
                  <a:srgbClr val="0579F6"/>
                </a:solidFill>
                <a:latin typeface="Noto Sans CJK SC"/>
                <a:ea typeface="Noto Sans CJK SC"/>
                <a:cs typeface="Noto Sans CJK SC"/>
              </a:rPr>
              <a:t>换件规则：</a:t>
            </a:r>
            <a:endParaRPr lang="zh-CN" sz="1430"/>
          </a:p>
        </p:txBody>
      </p:sp>
      <p:sp>
        <p:nvSpPr>
          <p:cNvPr id="129" name="TextBox 129"/>
          <p:cNvSpPr txBox="1"/>
          <p:nvPr/>
        </p:nvSpPr>
        <p:spPr>
          <a:xfrm>
            <a:off x="2066227" y="5380108"/>
            <a:ext cx="5802363" cy="2766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 b="1">
                <a:solidFill>
                  <a:srgbClr val="15375B"/>
                </a:solidFill>
                <a:latin typeface="Noto Sans CJK SC"/>
                <a:ea typeface="Noto Sans CJK SC"/>
                <a:cs typeface="Noto Sans CJK SC"/>
              </a:rPr>
              <a:t>更换晶振后重新核对电气特性并复测标定；</a:t>
            </a:r>
            <a:r>
              <a:rPr lang="zh-CN" sz="1150" b="1">
                <a:solidFill>
                  <a:srgbClr val="ED0000"/>
                </a:solidFill>
                <a:latin typeface="Noto Sans CJK SC"/>
                <a:ea typeface="Noto Sans CJK SC"/>
                <a:cs typeface="Noto Sans CJK SC"/>
              </a:rPr>
              <a:t>未经验证的型号不继承原有参数与标准规格。</a:t>
            </a:r>
            <a:endParaRPr lang="zh-CN" sz="1150"/>
          </a:p>
        </p:txBody>
      </p:sp>
      <p:sp>
        <p:nvSpPr>
          <p:cNvPr id="130" name="TextBox 130"/>
          <p:cNvSpPr txBox="1"/>
          <p:nvPr/>
        </p:nvSpPr>
        <p:spPr>
          <a:xfrm rot="-840000">
            <a:off x="1374602" y="6035331"/>
            <a:ext cx="960994" cy="28393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3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OCXO</a:t>
            </a:r>
            <a:endParaRPr lang="zh-CN" sz="183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2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