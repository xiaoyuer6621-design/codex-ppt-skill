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Relationship Id="rId14" Type="http://schemas.openxmlformats.org/officeDocument/2006/relationships/image" Target="../media/image51.png"/><Relationship Id="rId15" Type="http://schemas.openxmlformats.org/officeDocument/2006/relationships/image" Target="../media/image52.png"/><Relationship Id="rId16" Type="http://schemas.openxmlformats.org/officeDocument/2006/relationships/image" Target="../media/image53.png"/><Relationship Id="rId17" Type="http://schemas.openxmlformats.org/officeDocument/2006/relationships/image" Target="../media/image54.png"/><Relationship Id="rId18" Type="http://schemas.openxmlformats.org/officeDocument/2006/relationships/image" Target="../media/image55.png"/><Relationship Id="rId19" Type="http://schemas.openxmlformats.org/officeDocument/2006/relationships/image" Target="../media/image56.png"/><Relationship Id="rId20" Type="http://schemas.openxmlformats.org/officeDocument/2006/relationships/image" Target="../media/image57.png"/><Relationship Id="rId21" Type="http://schemas.openxmlformats.org/officeDocument/2006/relationships/image" Target="../media/image58.png"/><Relationship Id="rId22" Type="http://schemas.openxmlformats.org/officeDocument/2006/relationships/image" Target="../media/image59.png"/><Relationship Id="rId23" Type="http://schemas.openxmlformats.org/officeDocument/2006/relationships/image" Target="../media/image60.png"/><Relationship Id="rId24" Type="http://schemas.openxmlformats.org/officeDocument/2006/relationships/image" Target="../media/image61.png"/><Relationship Id="rId25" Type="http://schemas.openxmlformats.org/officeDocument/2006/relationships/image" Target="../media/image62.png"/><Relationship Id="rId26" Type="http://schemas.openxmlformats.org/officeDocument/2006/relationships/image" Target="../media/image63.png"/><Relationship Id="rId27" Type="http://schemas.openxmlformats.org/officeDocument/2006/relationships/image" Target="../media/image64.png"/><Relationship Id="rId28" Type="http://schemas.openxmlformats.org/officeDocument/2006/relationships/image" Target="../media/image65.png"/><Relationship Id="rId29" Type="http://schemas.openxmlformats.org/officeDocument/2006/relationships/image" Target="../media/image66.png"/><Relationship Id="rId30" Type="http://schemas.openxmlformats.org/officeDocument/2006/relationships/image" Target="../media/image67.png"/><Relationship Id="rId31" Type="http://schemas.openxmlformats.org/officeDocument/2006/relationships/image" Target="../media/image68.png"/><Relationship Id="rId32" Type="http://schemas.openxmlformats.org/officeDocument/2006/relationships/image" Target="../media/image69.png"/><Relationship Id="rId33" Type="http://schemas.openxmlformats.org/officeDocument/2006/relationships/image" Target="../media/image70.png"/><Relationship Id="rId34" Type="http://schemas.openxmlformats.org/officeDocument/2006/relationships/image" Target="../media/image71.png"/><Relationship Id="rId35" Type="http://schemas.openxmlformats.org/officeDocument/2006/relationships/image" Target="../media/image72.png"/><Relationship Id="rId36" Type="http://schemas.openxmlformats.org/officeDocument/2006/relationships/image" Target="../media/image73.png"/><Relationship Id="rId37" Type="http://schemas.openxmlformats.org/officeDocument/2006/relationships/image" Target="../media/image74.png"/><Relationship Id="rId38" Type="http://schemas.openxmlformats.org/officeDocument/2006/relationships/image" Target="../media/image75.png"/><Relationship Id="rId39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urrent-source builtin image-edit clean base: original blue/orange/teal 3D elliptical stage geometry, orbit ribbons, glass panels, perspective, atmospheric washes, header/footer and pale architectural line art. All18 evidence papers,3 semantic badges, all main text/counts/ordinals, underlines and2 footer brands removed. No foreground content duplicated.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9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943051" y="1066859"/>
            <a:ext cx="1066773" cy="117154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400">
                <a:solidFill>
                  <a:srgbClr val="ACD0FB"/>
                </a:solidFill>
                <a:latin typeface="Anton"/>
                <a:ea typeface="Anton"/>
                <a:cs typeface="Anton"/>
              </a:rPr>
              <a:t>01</a:t>
            </a:r>
            <a:endParaRPr lang="zh-CN" sz="8400"/>
          </a:p>
        </p:txBody>
      </p:sp>
      <p:sp>
        <p:nvSpPr>
          <p:cNvPr id="4" name="TextBox 4"/>
          <p:cNvSpPr txBox="1"/>
          <p:nvPr/>
        </p:nvSpPr>
        <p:spPr>
          <a:xfrm>
            <a:off x="9581910" y="1047810"/>
            <a:ext cx="1123922" cy="12191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400">
                <a:solidFill>
                  <a:srgbClr val="FBC7AF"/>
                </a:solidFill>
                <a:latin typeface="Anton"/>
                <a:ea typeface="Anton"/>
                <a:cs typeface="Anton"/>
              </a:rPr>
              <a:t>02</a:t>
            </a:r>
            <a:endParaRPr lang="zh-CN" sz="8400"/>
          </a:p>
        </p:txBody>
      </p:sp>
      <p:sp>
        <p:nvSpPr>
          <p:cNvPr id="5" name="TextBox 5"/>
          <p:cNvSpPr txBox="1"/>
          <p:nvPr/>
        </p:nvSpPr>
        <p:spPr>
          <a:xfrm>
            <a:off x="819130" y="4019535"/>
            <a:ext cx="1066773" cy="11810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400">
                <a:solidFill>
                  <a:srgbClr val="ACE8FA"/>
                </a:solidFill>
                <a:latin typeface="Anton"/>
                <a:ea typeface="Anton"/>
                <a:cs typeface="Anton"/>
              </a:rPr>
              <a:t>03</a:t>
            </a:r>
            <a:endParaRPr lang="zh-CN" sz="8400"/>
          </a:p>
        </p:txBody>
      </p:sp>
      <p:pic>
        <p:nvPicPr>
          <p:cNvPr id="6" name="Existing tiny printed body, seals, barcodes/QR and signatures remain source-identity/very-low-OCR thumbnail texture under3.1; not editable main meaning; no new legal text/stamps/IDs/evidence copies created. Original left-to-right patent/paper thumbnail1; actual builtin source-faithful edit, complete disjoint region split, original tilt/white page/dark print/red seal retained."/>
          <p:cNvPicPr/>
          <p:nvPr/>
        </p:nvPicPr>
        <p:blipFill>
          <a:blip r:embed="rId3"/>
          <a:stretch>
            <a:fillRect/>
          </a:stretch>
        </p:blipFill>
        <p:spPr>
          <a:xfrm>
            <a:off x="1135618" y="1530281"/>
            <a:ext cx="1338649" cy="1652721"/>
          </a:xfrm>
          <a:prstGeom prst="rect">
            <a:avLst/>
          </a:prstGeom>
        </p:spPr>
      </p:pic>
      <p:pic>
        <p:nvPicPr>
          <p:cNvPr id="7" name="Existing tiny printed body, seals, barcodes/QR and signatures remain source-identity/very-low-OCR thumbnail texture under3.1; not editable main meaning; no new legal text/stamps/IDs/evidence copies created. Original utility evidence thumbnail1, source top-left/top-right/bottom-left/bottom-right order; actual builtin source-faithful edit retains original cream/green certificate or white/barcode/red-seal identity."/>
          <p:cNvPicPr/>
          <p:nvPr/>
        </p:nvPicPr>
        <p:blipFill>
          <a:blip r:embed="rId7"/>
          <a:stretch>
            <a:fillRect/>
          </a:stretch>
        </p:blipFill>
        <p:spPr>
          <a:xfrm>
            <a:off x="6699108" y="1145686"/>
            <a:ext cx="1216083" cy="1417518"/>
          </a:xfrm>
          <a:prstGeom prst="rect">
            <a:avLst/>
          </a:prstGeom>
        </p:spPr>
      </p:pic>
      <p:pic>
        <p:nvPicPr>
          <p:cNvPr id="8" name="Existing tiny printed body, seals, barcodes/QR and signatures remain source-identity/very-low-OCR thumbnail texture under3.1; not editable main meaning; no new legal text/stamps/IDs/evidence copies created. Original copyright thumbnail1 of10 in source left-to-right order; actual builtin source-faithful edit retains blue ornamental border, distinct tiny print/QR/red-seal pattern."/>
          <p:cNvPicPr/>
          <p:nvPr/>
        </p:nvPicPr>
        <p:blipFill>
          <a:blip r:embed="rId11"/>
          <a:stretch>
            <a:fillRect/>
          </a:stretch>
        </p:blipFill>
        <p:spPr>
          <a:xfrm>
            <a:off x="4142944" y="4050139"/>
            <a:ext cx="895982" cy="1443704"/>
          </a:xfrm>
          <a:prstGeom prst="rect">
            <a:avLst/>
          </a:prstGeom>
        </p:spPr>
      </p:pic>
      <p:pic>
        <p:nvPicPr>
          <p:cNvPr id="9" name="Existing tiny printed body, seals, barcodes/QR and signatures remain source-identity/very-low-OCR thumbnail texture under3.1; not editable main meaning; no new legal text/stamps/IDs/evidence copies created. Original left-to-right patent/paper thumbnail2; actual builtin source-faithful edit, complete disjoint region split, original tilt/white page/dark print/red seal retained."/>
          <p:cNvPicPr/>
          <p:nvPr/>
        </p:nvPicPr>
        <p:blipFill>
          <a:blip r:embed="rId4"/>
          <a:stretch>
            <a:fillRect/>
          </a:stretch>
        </p:blipFill>
        <p:spPr>
          <a:xfrm>
            <a:off x="2053931" y="1671702"/>
            <a:ext cx="1416500" cy="1713231"/>
          </a:xfrm>
          <a:prstGeom prst="rect">
            <a:avLst/>
          </a:prstGeom>
        </p:spPr>
      </p:pic>
      <p:pic>
        <p:nvPicPr>
          <p:cNvPr id="10" name="Existing tiny printed body, seals, barcodes/QR and signatures remain source-identity/very-low-OCR thumbnail texture under3.1; not editable main meaning; no new legal text/stamps/IDs/evidence copies created. Original utility evidence thumbnail2, source top-left/top-right/bottom-left/bottom-right order; actual builtin source-faithful edit retains original cream/green certificate or white/barcode/red-seal identity."/>
          <p:cNvPicPr/>
          <p:nvPr/>
        </p:nvPicPr>
        <p:blipFill>
          <a:blip r:embed="rId8"/>
          <a:stretch>
            <a:fillRect/>
          </a:stretch>
        </p:blipFill>
        <p:spPr>
          <a:xfrm>
            <a:off x="7857816" y="1077939"/>
            <a:ext cx="1324167" cy="1461646"/>
          </a:xfrm>
          <a:prstGeom prst="rect">
            <a:avLst/>
          </a:prstGeom>
        </p:spPr>
      </p:pic>
      <p:pic>
        <p:nvPicPr>
          <p:cNvPr id="11" name="Existing tiny printed body, seals, barcodes/QR and signatures remain source-identity/very-low-OCR thumbnail texture under3.1; not editable main meaning; no new legal text/stamps/IDs/evidence copies created. Original copyright thumbnail2 of10 in source left-to-right order; actual builtin source-faithful edit retains blue ornamental border, distinct tiny print/QR/red-seal pattern."/>
          <p:cNvPicPr/>
          <p:nvPr/>
        </p:nvPicPr>
        <p:blipFill>
          <a:blip r:embed="rId12"/>
          <a:stretch>
            <a:fillRect/>
          </a:stretch>
        </p:blipFill>
        <p:spPr>
          <a:xfrm>
            <a:off x="4877341" y="4110007"/>
            <a:ext cx="874953" cy="1400166"/>
          </a:xfrm>
          <a:prstGeom prst="rect">
            <a:avLst/>
          </a:prstGeom>
        </p:spPr>
      </p:pic>
      <p:pic>
        <p:nvPicPr>
          <p:cNvPr id="12" name="Existing tiny printed body, seals, barcodes/QR and signatures remain source-identity/very-low-OCR thumbnail texture under3.1; not editable main meaning; no new legal text/stamps/IDs/evidence copies created. Original left-to-right patent/paper thumbnail3; actual builtin source-faithful edit, complete disjoint region split, original tilt/white page/dark print/red seal retained."/>
          <p:cNvPicPr/>
          <p:nvPr/>
        </p:nvPicPr>
        <p:blipFill>
          <a:blip r:embed="rId5"/>
          <a:stretch>
            <a:fillRect/>
          </a:stretch>
        </p:blipFill>
        <p:spPr>
          <a:xfrm>
            <a:off x="3044947" y="2039491"/>
            <a:ext cx="1253697" cy="1519906"/>
          </a:xfrm>
          <a:prstGeom prst="rect">
            <a:avLst/>
          </a:prstGeom>
        </p:spPr>
      </p:pic>
      <p:pic>
        <p:nvPicPr>
          <p:cNvPr id="13" name="Existing tiny printed body, seals, barcodes/QR and signatures remain source-identity/very-low-OCR thumbnail texture under3.1; not editable main meaning; no new legal text/stamps/IDs/evidence copies created. Original utility evidence thumbnail3, source top-left/top-right/bottom-left/bottom-right order; actual builtin source-faithful edit retains original cream/green certificate or white/barcode/red-seal identity."/>
          <p:cNvPicPr/>
          <p:nvPr/>
        </p:nvPicPr>
        <p:blipFill>
          <a:blip r:embed="rId9"/>
          <a:stretch>
            <a:fillRect/>
          </a:stretch>
        </p:blipFill>
        <p:spPr>
          <a:xfrm>
            <a:off x="6458882" y="2457695"/>
            <a:ext cx="1455102" cy="1273125"/>
          </a:xfrm>
          <a:prstGeom prst="rect">
            <a:avLst/>
          </a:prstGeom>
        </p:spPr>
      </p:pic>
      <p:pic>
        <p:nvPicPr>
          <p:cNvPr id="14" name="Existing tiny printed body, seals, barcodes/QR and signatures remain source-identity/very-low-OCR thumbnail texture under3.1; not editable main meaning; no new legal text/stamps/IDs/evidence copies created. Original copyright thumbnail3 of10 in source left-to-right order; actual builtin source-faithful edit retains blue ornamental border, distinct tiny print/QR/red-seal pattern."/>
          <p:cNvPicPr/>
          <p:nvPr/>
        </p:nvPicPr>
        <p:blipFill>
          <a:blip r:embed="rId13"/>
          <a:stretch>
            <a:fillRect/>
          </a:stretch>
        </p:blipFill>
        <p:spPr>
          <a:xfrm>
            <a:off x="5573283" y="4139610"/>
            <a:ext cx="883209" cy="1379061"/>
          </a:xfrm>
          <a:prstGeom prst="rect">
            <a:avLst/>
          </a:prstGeom>
        </p:spPr>
      </p:pic>
      <p:pic>
        <p:nvPicPr>
          <p:cNvPr id="15" name="Existing tiny printed body, seals, barcodes/QR and signatures remain source-identity/very-low-OCR thumbnail texture under3.1; not editable main meaning; no new legal text/stamps/IDs/evidence copies created. Original left-to-right patent/paper thumbnail4; actual builtin source-faithful edit, complete disjoint region split, original tilt/white page/dark print/red seal retained."/>
          <p:cNvPicPr/>
          <p:nvPr/>
        </p:nvPicPr>
        <p:blipFill>
          <a:blip r:embed="rId6"/>
          <a:stretch>
            <a:fillRect/>
          </a:stretch>
        </p:blipFill>
        <p:spPr>
          <a:xfrm>
            <a:off x="3891210" y="2300219"/>
            <a:ext cx="1247054" cy="1408304"/>
          </a:xfrm>
          <a:prstGeom prst="rect">
            <a:avLst/>
          </a:prstGeom>
        </p:spPr>
      </p:pic>
      <p:pic>
        <p:nvPicPr>
          <p:cNvPr id="16" name="Existing tiny printed body, seals, barcodes/QR and signatures remain source-identity/very-low-OCR thumbnail texture under3.1; not editable main meaning; no new legal text/stamps/IDs/evidence copies created. Original utility evidence thumbnail4, source top-left/top-right/bottom-left/bottom-right order; actual builtin source-faithful edit retains original cream/green certificate or white/barcode/red-seal identity."/>
          <p:cNvPicPr/>
          <p:nvPr/>
        </p:nvPicPr>
        <p:blipFill>
          <a:blip r:embed="rId10"/>
          <a:stretch>
            <a:fillRect/>
          </a:stretch>
        </p:blipFill>
        <p:spPr>
          <a:xfrm>
            <a:off x="7751006" y="2417902"/>
            <a:ext cx="1391657" cy="1313470"/>
          </a:xfrm>
          <a:prstGeom prst="rect">
            <a:avLst/>
          </a:prstGeom>
        </p:spPr>
      </p:pic>
      <p:pic>
        <p:nvPicPr>
          <p:cNvPr id="17" name="Existing tiny printed body, seals, barcodes/QR and signatures remain source-identity/very-low-OCR thumbnail texture under3.1; not editable main meaning; no new legal text/stamps/IDs/evidence copies created. Original copyright thumbnail4 of10 in source left-to-right order; actual builtin source-faithful edit retains blue ornamental border, distinct tiny print/QR/red-seal pattern."/>
          <p:cNvPicPr/>
          <p:nvPr/>
        </p:nvPicPr>
        <p:blipFill>
          <a:blip r:embed="rId14"/>
          <a:stretch>
            <a:fillRect/>
          </a:stretch>
        </p:blipFill>
        <p:spPr>
          <a:xfrm>
            <a:off x="6271563" y="4161393"/>
            <a:ext cx="839164" cy="1364067"/>
          </a:xfrm>
          <a:prstGeom prst="rect">
            <a:avLst/>
          </a:prstGeom>
        </p:spPr>
      </p:pic>
      <p:pic>
        <p:nvPicPr>
          <p:cNvPr id="18" name="Existing tiny printed body, seals, barcodes/QR and signatures remain source-identity/very-low-OCR thumbnail texture under3.1; not editable main meaning; no new legal text/stamps/IDs/evidence copies created. Original copyright thumbnail5 of10 in source left-to-right order; actual builtin source-faithful edit retains blue ornamental border, distinct tiny print/QR/red-seal pattern."/>
          <p:cNvPicPr/>
          <p:nvPr/>
        </p:nvPicPr>
        <p:blipFill>
          <a:blip r:embed="rId15"/>
          <a:stretch>
            <a:fillRect/>
          </a:stretch>
        </p:blipFill>
        <p:spPr>
          <a:xfrm>
            <a:off x="6954710" y="4153080"/>
            <a:ext cx="777763" cy="1371170"/>
          </a:xfrm>
          <a:prstGeom prst="rect">
            <a:avLst/>
          </a:prstGeom>
        </p:spPr>
      </p:pic>
      <p:pic>
        <p:nvPicPr>
          <p:cNvPr id="19" name="Existing tiny printed body, seals, barcodes/QR and signatures remain source-identity/very-low-OCR thumbnail texture under3.1; not editable main meaning; no new legal text/stamps/IDs/evidence copies created. Original copyright thumbnail6 of10 in source left-to-right order; actual builtin source-faithful edit retains blue ornamental border, distinct tiny print/QR/red-seal pattern."/>
          <p:cNvPicPr/>
          <p:nvPr/>
        </p:nvPicPr>
        <p:blipFill>
          <a:blip r:embed="rId16"/>
          <a:stretch>
            <a:fillRect/>
          </a:stretch>
        </p:blipFill>
        <p:spPr>
          <a:xfrm>
            <a:off x="7550152" y="4143837"/>
            <a:ext cx="815573" cy="1370318"/>
          </a:xfrm>
          <a:prstGeom prst="rect">
            <a:avLst/>
          </a:prstGeom>
        </p:spPr>
      </p:pic>
      <p:pic>
        <p:nvPicPr>
          <p:cNvPr id="20" name="Existing tiny printed body, seals, barcodes/QR and signatures remain source-identity/very-low-OCR thumbnail texture under3.1; not editable main meaning; no new legal text/stamps/IDs/evidence copies created. Original copyright thumbnail7 of10 in source left-to-right order; actual builtin source-faithful edit retains blue ornamental border, distinct tiny print/QR/red-seal pattern."/>
          <p:cNvPicPr/>
          <p:nvPr/>
        </p:nvPicPr>
        <p:blipFill>
          <a:blip r:embed="rId17"/>
          <a:stretch>
            <a:fillRect/>
          </a:stretch>
        </p:blipFill>
        <p:spPr>
          <a:xfrm>
            <a:off x="8168882" y="4091923"/>
            <a:ext cx="825858" cy="1426809"/>
          </a:xfrm>
          <a:prstGeom prst="rect">
            <a:avLst/>
          </a:prstGeom>
        </p:spPr>
      </p:pic>
      <p:pic>
        <p:nvPicPr>
          <p:cNvPr id="21" name="Existing tiny printed body, seals, barcodes/QR and signatures remain source-identity/very-low-OCR thumbnail texture under3.1; not editable main meaning; no new legal text/stamps/IDs/evidence copies created. Original copyright thumbnail8 of10 in source left-to-right order; actual builtin source-faithful edit retains blue ornamental border, distinct tiny print/QR/red-seal pattern."/>
          <p:cNvPicPr/>
          <p:nvPr/>
        </p:nvPicPr>
        <p:blipFill>
          <a:blip r:embed="rId18"/>
          <a:stretch>
            <a:fillRect/>
          </a:stretch>
        </p:blipFill>
        <p:spPr>
          <a:xfrm>
            <a:off x="8811042" y="4042237"/>
            <a:ext cx="903577" cy="1488923"/>
          </a:xfrm>
          <a:prstGeom prst="rect">
            <a:avLst/>
          </a:prstGeom>
        </p:spPr>
      </p:pic>
      <p:pic>
        <p:nvPicPr>
          <p:cNvPr id="22" name="Existing tiny printed body, seals, barcodes/QR and signatures remain source-identity/very-low-OCR thumbnail texture under3.1; not editable main meaning; no new legal text/stamps/IDs/evidence copies created. Original copyright thumbnail9 of10 in source left-to-right order; actual builtin source-faithful edit retains blue ornamental border, distinct tiny print/QR/red-seal pattern."/>
          <p:cNvPicPr/>
          <p:nvPr/>
        </p:nvPicPr>
        <p:blipFill>
          <a:blip r:embed="rId19"/>
          <a:stretch>
            <a:fillRect/>
          </a:stretch>
        </p:blipFill>
        <p:spPr>
          <a:xfrm>
            <a:off x="9512306" y="3978277"/>
            <a:ext cx="929763" cy="1536062"/>
          </a:xfrm>
          <a:prstGeom prst="rect">
            <a:avLst/>
          </a:prstGeom>
        </p:spPr>
      </p:pic>
      <p:pic>
        <p:nvPicPr>
          <p:cNvPr id="23" name="Existing tiny printed body, seals, barcodes/QR and signatures remain source-identity/very-low-OCR thumbnail texture under3.1; not editable main meaning; no new legal text/stamps/IDs/evidence copies created. Original copyright thumbnail10 of10 in source left-to-right order; actual builtin source-faithful edit retains blue ornamental border, distinct tiny print/QR/red-seal pattern."/>
          <p:cNvPicPr/>
          <p:nvPr/>
        </p:nvPicPr>
        <p:blipFill>
          <a:blip r:embed="rId20"/>
          <a:stretch>
            <a:fillRect/>
          </a:stretch>
        </p:blipFill>
        <p:spPr>
          <a:xfrm>
            <a:off x="10262175" y="3874882"/>
            <a:ext cx="1068286" cy="1664577"/>
          </a:xfrm>
          <a:prstGeom prst="rect">
            <a:avLst/>
          </a:prstGeom>
        </p:spPr>
      </p:pic>
      <p:pic>
        <p:nvPicPr>
          <p:cNvPr id="24" name="Source blue glossy circular paper-and-pen category badge, all rings and semantic symbol source-faithfully image-edit separated."/>
          <p:cNvPicPr/>
          <p:nvPr/>
        </p:nvPicPr>
        <p:blipFill>
          <a:blip r:embed="rId21"/>
          <a:stretch>
            <a:fillRect/>
          </a:stretch>
        </p:blipFill>
        <p:spPr>
          <a:xfrm>
            <a:off x="3031717" y="1069185"/>
            <a:ext cx="908693" cy="909724"/>
          </a:xfrm>
          <a:prstGeom prst="rect">
            <a:avLst/>
          </a:prstGeom>
        </p:spPr>
      </p:pic>
      <p:pic>
        <p:nvPicPr>
          <p:cNvPr id="25" name="Source orange glossy circular IP/stars category badge, all rings and semantic symbol source-faithfully image-edit separated. Internal IP identity retained as artwork."/>
          <p:cNvPicPr/>
          <p:nvPr/>
        </p:nvPicPr>
        <p:blipFill>
          <a:blip r:embed="rId22"/>
          <a:stretch>
            <a:fillRect/>
          </a:stretch>
        </p:blipFill>
        <p:spPr>
          <a:xfrm>
            <a:off x="9468999" y="1724814"/>
            <a:ext cx="940181" cy="941459"/>
          </a:xfrm>
          <a:prstGeom prst="rect">
            <a:avLst/>
          </a:prstGeom>
        </p:spPr>
      </p:pic>
      <p:pic>
        <p:nvPicPr>
          <p:cNvPr id="26" name="Source teal glossy circular copyright-shield badge, all rings and semantic symbol source-faithfully image-edit separated. Internal C identity retained as artwork."/>
          <p:cNvPicPr/>
          <p:nvPr/>
        </p:nvPicPr>
        <p:blipFill>
          <a:blip r:embed="rId23"/>
          <a:stretch>
            <a:fillRect/>
          </a:stretch>
        </p:blipFill>
        <p:spPr>
          <a:xfrm>
            <a:off x="1323877" y="4360539"/>
            <a:ext cx="971655" cy="994350"/>
          </a:xfrm>
          <a:prstGeom prst="rect">
            <a:avLst/>
          </a:prstGeom>
        </p:spPr>
      </p:pic>
      <p:pic>
        <p:nvPicPr>
          <p:cNvPr id="27" name="Exact source CPIPC identity visually matched; prior actual builtin separated brand reused bit-identically after original job/output hash and derived asset hash verification, audit in analysis/reuse-provenance.json. Logo wordmark retained as brand identity."/>
          <p:cNvPicPr/>
          <p:nvPr/>
        </p:nvPicPr>
        <p:blipFill>
          <a:blip r:embed="rId24"/>
          <a:stretch>
            <a:fillRect/>
          </a:stretch>
        </p:blipFill>
        <p:spPr>
          <a:xfrm>
            <a:off x="238119" y="6076884"/>
            <a:ext cx="933427" cy="619110"/>
          </a:xfrm>
          <a:prstGeom prst="rect">
            <a:avLst/>
          </a:prstGeom>
        </p:spPr>
      </p:pic>
      <p:pic>
        <p:nvPicPr>
          <p:cNvPr id="28" name="Exact source blue event/competition identity visually matched; prior actual builtin separated brand reused bit-identically with producer/hash audit in analysis/reuse-provenance.json. Wordmark retained as brand identity."/>
          <p:cNvPicPr/>
          <p:nvPr/>
        </p:nvPicPr>
        <p:blipFill>
          <a:blip r:embed="rId25"/>
          <a:stretch>
            <a:fillRect/>
          </a:stretch>
        </p:blipFill>
        <p:spPr>
          <a:xfrm>
            <a:off x="10191495" y="6134032"/>
            <a:ext cx="1685883" cy="533387"/>
          </a:xfrm>
          <a:prstGeom prst="rect">
            <a:avLst/>
          </a:prstGeom>
        </p:spPr>
      </p:pic>
      <p:sp>
        <p:nvSpPr>
          <p:cNvPr id="29" name="Line 29"/>
          <p:cNvSpPr/>
          <p:nvPr/>
        </p:nvSpPr>
        <p:spPr>
          <a:xfrm>
            <a:off x="5152896" y="1733592"/>
            <a:ext cx="523862" cy="9525"/>
          </a:xfrm>
          <a:prstGeom prst="line">
            <a:avLst/>
          </a:prstGeom>
          <a:noFill/>
          <a:ln w="10795">
            <a:solidFill>
              <a:srgbClr val="217CFB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10524862" y="2952762"/>
            <a:ext cx="1285843" cy="19050"/>
          </a:xfrm>
          <a:prstGeom prst="line">
            <a:avLst/>
          </a:prstGeom>
          <a:noFill/>
          <a:ln w="10795">
            <a:solidFill>
              <a:srgbClr val="FF9869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1981150" y="5572071"/>
            <a:ext cx="1981150" cy="95248"/>
          </a:xfrm>
          <a:prstGeom prst="line">
            <a:avLst/>
          </a:prstGeom>
          <a:noFill/>
          <a:ln w="10795">
            <a:solidFill>
              <a:srgbClr val="38C4BE"/>
            </a:solidFill>
          </a:ln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276218" y="142957"/>
            <a:ext cx="2143071" cy="62863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55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技术支撑</a:t>
            </a:r>
            <a:endParaRPr lang="zh-CN" sz="3550"/>
          </a:p>
        </p:txBody>
      </p:sp>
      <p:sp>
        <p:nvSpPr>
          <p:cNvPr id="33" name="TextBox 33"/>
          <p:cNvSpPr txBox="1"/>
          <p:nvPr/>
        </p:nvSpPr>
        <p:spPr>
          <a:xfrm>
            <a:off x="4086123" y="1162107"/>
            <a:ext cx="2028774" cy="4095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50" b="1">
                <a:solidFill>
                  <a:srgbClr val="001B60"/>
                </a:solidFill>
                <a:latin typeface="Noto Sans CJK SC"/>
                <a:ea typeface="Noto Sans CJK SC"/>
                <a:cs typeface="Noto Sans CJK SC"/>
              </a:rPr>
              <a:t>发明专利和论文</a:t>
            </a:r>
            <a:endParaRPr lang="zh-CN" sz="2050"/>
          </a:p>
        </p:txBody>
      </p:sp>
      <p:sp>
        <p:nvSpPr>
          <p:cNvPr id="34" name="TextBox 34"/>
          <p:cNvSpPr txBox="1"/>
          <p:nvPr/>
        </p:nvSpPr>
        <p:spPr>
          <a:xfrm>
            <a:off x="10420089" y="1819315"/>
            <a:ext cx="1609685" cy="4000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50" b="1">
                <a:solidFill>
                  <a:srgbClr val="001B60"/>
                </a:solidFill>
                <a:latin typeface="Noto Sans CJK SC"/>
                <a:ea typeface="Noto Sans CJK SC"/>
                <a:cs typeface="Noto Sans CJK SC"/>
              </a:rPr>
              <a:t>实用新型专利</a:t>
            </a:r>
            <a:endParaRPr lang="zh-CN" sz="2050"/>
          </a:p>
        </p:txBody>
      </p:sp>
      <p:sp>
        <p:nvSpPr>
          <p:cNvPr id="35" name="TextBox 35"/>
          <p:cNvSpPr txBox="1"/>
          <p:nvPr/>
        </p:nvSpPr>
        <p:spPr>
          <a:xfrm>
            <a:off x="2314517" y="4476724"/>
            <a:ext cx="1543011" cy="4095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50" b="1">
                <a:solidFill>
                  <a:srgbClr val="001B60"/>
                </a:solidFill>
                <a:latin typeface="Noto Sans CJK SC"/>
                <a:ea typeface="Noto Sans CJK SC"/>
                <a:cs typeface="Noto Sans CJK SC"/>
              </a:rPr>
              <a:t>软件著作权</a:t>
            </a:r>
            <a:endParaRPr lang="zh-CN" sz="2050"/>
          </a:p>
        </p:txBody>
      </p:sp>
      <p:sp>
        <p:nvSpPr>
          <p:cNvPr id="36" name="TextBox 36"/>
          <p:cNvSpPr txBox="1"/>
          <p:nvPr/>
        </p:nvSpPr>
        <p:spPr>
          <a:xfrm>
            <a:off x="4286143" y="1390701"/>
            <a:ext cx="638159" cy="97152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800" b="1" i="1">
                <a:solidFill>
                  <a:srgbClr val="0078E8"/>
                </a:solidFill>
                <a:latin typeface="Arial"/>
                <a:ea typeface="Arial"/>
                <a:cs typeface="Arial"/>
              </a:rPr>
              <a:t>4</a:t>
            </a:r>
            <a:endParaRPr lang="zh-CN" sz="6800"/>
          </a:p>
        </p:txBody>
      </p:sp>
      <p:sp>
        <p:nvSpPr>
          <p:cNvPr id="37" name="TextBox 37"/>
          <p:cNvSpPr txBox="1"/>
          <p:nvPr/>
        </p:nvSpPr>
        <p:spPr>
          <a:xfrm>
            <a:off x="4705232" y="1771691"/>
            <a:ext cx="447664" cy="43813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 b="1" i="1">
                <a:solidFill>
                  <a:srgbClr val="0078E8"/>
                </a:solidFill>
                <a:latin typeface="Noto Sans CJK SC"/>
                <a:ea typeface="Noto Sans CJK SC"/>
                <a:cs typeface="Noto Sans CJK SC"/>
              </a:rPr>
              <a:t>项</a:t>
            </a:r>
            <a:endParaRPr lang="zh-CN" sz="2500"/>
          </a:p>
        </p:txBody>
      </p:sp>
      <p:sp>
        <p:nvSpPr>
          <p:cNvPr id="38" name="TextBox 38"/>
          <p:cNvSpPr txBox="1"/>
          <p:nvPr/>
        </p:nvSpPr>
        <p:spPr>
          <a:xfrm>
            <a:off x="10534387" y="2019335"/>
            <a:ext cx="647684" cy="981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800" b="1" i="1">
                <a:solidFill>
                  <a:srgbClr val="E64F0A"/>
                </a:solidFill>
                <a:latin typeface="Arial"/>
                <a:ea typeface="Arial"/>
                <a:cs typeface="Arial"/>
              </a:rPr>
              <a:t>4</a:t>
            </a:r>
            <a:endParaRPr lang="zh-CN" sz="6800"/>
          </a:p>
        </p:txBody>
      </p:sp>
      <p:sp>
        <p:nvSpPr>
          <p:cNvPr id="39" name="TextBox 39"/>
          <p:cNvSpPr txBox="1"/>
          <p:nvPr/>
        </p:nvSpPr>
        <p:spPr>
          <a:xfrm>
            <a:off x="10972526" y="2428900"/>
            <a:ext cx="438139" cy="4476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 b="1" i="1">
                <a:solidFill>
                  <a:srgbClr val="E64F0A"/>
                </a:solidFill>
                <a:latin typeface="Noto Sans CJK SC"/>
                <a:ea typeface="Noto Sans CJK SC"/>
                <a:cs typeface="Noto Sans CJK SC"/>
              </a:rPr>
              <a:t>项</a:t>
            </a:r>
            <a:endParaRPr lang="zh-CN" sz="2500"/>
          </a:p>
        </p:txBody>
      </p:sp>
      <p:sp>
        <p:nvSpPr>
          <p:cNvPr id="40" name="TextBox 40"/>
          <p:cNvSpPr txBox="1"/>
          <p:nvPr/>
        </p:nvSpPr>
        <p:spPr>
          <a:xfrm>
            <a:off x="2409765" y="4667219"/>
            <a:ext cx="857229" cy="98105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800" b="1" i="1">
                <a:solidFill>
                  <a:srgbClr val="009FAD"/>
                </a:solidFill>
                <a:latin typeface="Nimbus Sans Narrow"/>
                <a:ea typeface="Nimbus Sans Narrow"/>
                <a:cs typeface="Nimbus Sans Narrow"/>
              </a:rPr>
              <a:t>10</a:t>
            </a:r>
            <a:endParaRPr lang="zh-CN" sz="6800"/>
          </a:p>
        </p:txBody>
      </p:sp>
      <p:sp>
        <p:nvSpPr>
          <p:cNvPr id="41" name="TextBox 41"/>
          <p:cNvSpPr txBox="1"/>
          <p:nvPr/>
        </p:nvSpPr>
        <p:spPr>
          <a:xfrm>
            <a:off x="3181270" y="5105358"/>
            <a:ext cx="438139" cy="4476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00" b="1" i="1">
                <a:solidFill>
                  <a:srgbClr val="009FAD"/>
                </a:solidFill>
                <a:latin typeface="Noto Sans CJK SC"/>
                <a:ea typeface="Noto Sans CJK SC"/>
                <a:cs typeface="Noto Sans CJK SC"/>
              </a:rPr>
              <a:t>项</a:t>
            </a:r>
            <a:endParaRPr lang="zh-CN"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competition blue/cyan curved header identity; actual prior builtin image-edit cleaned header reused after original producer/hash and current-source identity comparison. Normalized only to current source107px header height; no old/current main title remains.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1019150"/>
          </a:xfrm>
          <a:prstGeom prst="rect">
            <a:avLst/>
          </a:prstGeom>
        </p:spPr>
      </p:pic>
      <p:pic>
        <p:nvPicPr>
          <p:cNvPr id="3" name="Current source unoccluded faint engineering line-art background rectangle122,629,597,53; no text, brands, icons or card content."/>
          <p:cNvPicPr/>
          <p:nvPr/>
        </p:nvPicPr>
        <p:blipFill>
          <a:blip r:embed="rId3"/>
          <a:stretch>
            <a:fillRect/>
          </a:stretch>
        </p:blipFill>
        <p:spPr>
          <a:xfrm>
            <a:off x="1162021" y="5991161"/>
            <a:ext cx="5686283" cy="504812"/>
          </a:xfrm>
          <a:prstGeom prst="rect">
            <a:avLst/>
          </a:prstGeom>
        </p:spPr>
      </p:pic>
      <p:sp>
        <p:nvSpPr>
          <p:cNvPr id="4" name="Path 4"/>
          <p:cNvSpPr/>
          <p:nvPr/>
        </p:nvSpPr>
        <p:spPr>
          <a:xfrm>
            <a:off x="1447764" y="2362227"/>
            <a:ext cx="9439039" cy="542911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cubicBezTo>
                  <a:pt x="5493" y="21600"/>
                  <a:pt x="13470" y="27284"/>
                  <a:pt x="21600" y="1895"/>
                </a:cubicBezTo>
              </a:path>
            </a:pathLst>
          </a:custGeom>
          <a:noFill/>
          <a:ln w="114300">
            <a:solidFill>
              <a:srgbClr val="F1F9FE"/>
            </a:solidFill>
          </a:ln>
        </p:spPr>
        <p:txBody>
          <a:bodyPr/>
          <a:lstStyle/>
          <a:p/>
        </p:txBody>
      </p:sp>
      <p:sp>
        <p:nvSpPr>
          <p:cNvPr id="5" name="Path 5"/>
          <p:cNvSpPr/>
          <p:nvPr/>
        </p:nvSpPr>
        <p:spPr>
          <a:xfrm>
            <a:off x="2000200" y="2505098"/>
            <a:ext cx="8629434" cy="38099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cubicBezTo>
                  <a:pt x="5841" y="28620"/>
                  <a:pt x="15068" y="23220"/>
                  <a:pt x="21600" y="0"/>
                </a:cubicBezTo>
              </a:path>
            </a:pathLst>
          </a:custGeom>
          <a:noFill/>
          <a:ln w="63500">
            <a:solidFill>
              <a:srgbClr val="E9F6FE"/>
            </a:solidFill>
          </a:ln>
        </p:spPr>
        <p:txBody>
          <a:bodyPr/>
          <a:lstStyle/>
          <a:p/>
        </p:txBody>
      </p:sp>
      <p:sp>
        <p:nvSpPr>
          <p:cNvPr id="6" name="Path 6"/>
          <p:cNvSpPr/>
          <p:nvPr/>
        </p:nvSpPr>
        <p:spPr>
          <a:xfrm>
            <a:off x="1247744" y="6524548"/>
            <a:ext cx="10943951" cy="33336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21600"/>
                </a:moveTo>
                <a:lnTo>
                  <a:pt x="771" y="3703"/>
                </a:lnTo>
                <a:cubicBezTo>
                  <a:pt x="921" y="617"/>
                  <a:pt x="996" y="0"/>
                  <a:pt x="1184" y="0"/>
                </a:cubicBezTo>
                <a:lnTo>
                  <a:pt x="16317" y="0"/>
                </a:lnTo>
                <a:cubicBezTo>
                  <a:pt x="16731" y="0"/>
                  <a:pt x="16825" y="16046"/>
                  <a:pt x="17295" y="16046"/>
                </a:cubicBezTo>
                <a:lnTo>
                  <a:pt x="21600" y="16046"/>
                </a:lnTo>
                <a:lnTo>
                  <a:pt x="21600" y="21600"/>
                </a:lnTo>
                <a:close/>
              </a:path>
            </a:pathLst>
          </a:custGeom>
          <a:solidFill>
            <a:srgbClr val="096AB7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Path 7"/>
          <p:cNvSpPr/>
          <p:nvPr/>
        </p:nvSpPr>
        <p:spPr>
          <a:xfrm>
            <a:off x="1847804" y="6495973"/>
            <a:ext cx="10343891" cy="27621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490"/>
                </a:moveTo>
                <a:lnTo>
                  <a:pt x="16011" y="1490"/>
                </a:lnTo>
                <a:cubicBezTo>
                  <a:pt x="16469" y="1490"/>
                  <a:pt x="16548" y="20855"/>
                  <a:pt x="17045" y="20855"/>
                </a:cubicBezTo>
                <a:lnTo>
                  <a:pt x="21600" y="20855"/>
                </a:lnTo>
              </a:path>
            </a:pathLst>
          </a:custGeom>
          <a:noFill/>
          <a:ln w="38100">
            <a:solidFill>
              <a:srgbClr val="FAC2A7"/>
            </a:solidFill>
          </a:ln>
        </p:spPr>
        <p:txBody>
          <a:bodyPr/>
          <a:lstStyle/>
          <a:p/>
        </p:txBody>
      </p:sp>
      <p:pic>
        <p:nvPicPr>
          <p:cNvPr id="8" name="Actual current-source builtin image-edit separation, inspected whole-object disjoint region split. Blue bulb/glass circle offset left on blue pedestal with source fine orbit arcs/dots. Ordinary 创新 and three source features removed for native text."/>
          <p:cNvPicPr/>
          <p:nvPr/>
        </p:nvPicPr>
        <p:blipFill>
          <a:blip r:embed="rId4"/>
          <a:stretch>
            <a:fillRect/>
          </a:stretch>
        </p:blipFill>
        <p:spPr>
          <a:xfrm>
            <a:off x="46077" y="979563"/>
            <a:ext cx="4698802" cy="2108118"/>
          </a:xfrm>
          <a:prstGeom prst="rect">
            <a:avLst/>
          </a:prstGeom>
        </p:spPr>
      </p:pic>
      <p:pic>
        <p:nvPicPr>
          <p:cNvPr id="9" name="Actual current-source builtin image-edit separation, inspected whole-object disjoint region split. Orange gear/glass circle offset left on orange pedestal, blue/orange source orbit arcs/dots. Ordinary 传承 and source upgrade copy removed."/>
          <p:cNvPicPr/>
          <p:nvPr/>
        </p:nvPicPr>
        <p:blipFill>
          <a:blip r:embed="rId5"/>
          <a:stretch>
            <a:fillRect/>
          </a:stretch>
        </p:blipFill>
        <p:spPr>
          <a:xfrm>
            <a:off x="7789174" y="919930"/>
            <a:ext cx="4299830" cy="2158570"/>
          </a:xfrm>
          <a:prstGeom prst="rect">
            <a:avLst/>
          </a:prstGeom>
        </p:spPr>
      </p:pic>
      <p:sp>
        <p:nvSpPr>
          <p:cNvPr id="10" name="Roundrect 10"/>
          <p:cNvSpPr/>
          <p:nvPr/>
        </p:nvSpPr>
        <p:spPr>
          <a:xfrm>
            <a:off x="314317" y="3057534"/>
            <a:ext cx="5724382" cy="1419190"/>
          </a:xfrm>
          <a:prstGeom prst="roundRect">
            <a:avLst>
              <a:gd name="adj" fmla="val 11409"/>
            </a:avLst>
          </a:prstGeom>
          <a:solidFill>
            <a:srgbClr val="EBF5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6152996" y="3057534"/>
            <a:ext cx="5733907" cy="1419190"/>
          </a:xfrm>
          <a:prstGeom prst="roundRect">
            <a:avLst>
              <a:gd name="adj" fmla="val 11409"/>
            </a:avLst>
          </a:prstGeom>
          <a:solidFill>
            <a:srgbClr val="EBF5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314317" y="4610070"/>
            <a:ext cx="5724382" cy="1419190"/>
          </a:xfrm>
          <a:prstGeom prst="roundRect">
            <a:avLst>
              <a:gd name="adj" fmla="val 11409"/>
            </a:avLst>
          </a:prstGeom>
          <a:solidFill>
            <a:srgbClr val="EBF5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6152996" y="4610070"/>
            <a:ext cx="5733907" cy="1419190"/>
          </a:xfrm>
          <a:prstGeom prst="roundRect">
            <a:avLst>
              <a:gd name="adj" fmla="val 11409"/>
            </a:avLst>
          </a:prstGeom>
          <a:solidFill>
            <a:srgbClr val="EBF5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342891" y="3009910"/>
            <a:ext cx="5676758" cy="1409665"/>
          </a:xfrm>
          <a:prstGeom prst="roundRect">
            <a:avLst>
              <a:gd name="adj" fmla="val 11486"/>
            </a:avLst>
          </a:prstGeom>
          <a:solidFill>
            <a:srgbClr val="F9FCFF"/>
          </a:solidFill>
          <a:ln w="177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6181570" y="3009910"/>
            <a:ext cx="5686283" cy="1409665"/>
          </a:xfrm>
          <a:prstGeom prst="roundRect">
            <a:avLst>
              <a:gd name="adj" fmla="val 11486"/>
            </a:avLst>
          </a:prstGeom>
          <a:solidFill>
            <a:srgbClr val="F9FCFF"/>
          </a:solidFill>
          <a:ln w="177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342891" y="4562447"/>
            <a:ext cx="5676758" cy="1409665"/>
          </a:xfrm>
          <a:prstGeom prst="roundRect">
            <a:avLst>
              <a:gd name="adj" fmla="val 11486"/>
            </a:avLst>
          </a:prstGeom>
          <a:solidFill>
            <a:srgbClr val="F9FCFF"/>
          </a:solidFill>
          <a:ln w="177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6181570" y="4562447"/>
            <a:ext cx="5686283" cy="1409665"/>
          </a:xfrm>
          <a:prstGeom prst="roundRect">
            <a:avLst>
              <a:gd name="adj" fmla="val 11486"/>
            </a:avLst>
          </a:prstGeom>
          <a:solidFill>
            <a:srgbClr val="F9FCFF"/>
          </a:solidFill>
          <a:ln w="177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8" name="Path 18"/>
          <p:cNvSpPr/>
          <p:nvPr/>
        </p:nvSpPr>
        <p:spPr>
          <a:xfrm>
            <a:off x="5190995" y="3009910"/>
            <a:ext cx="828654" cy="39051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7379" y="0"/>
                </a:lnTo>
                <a:quadBezTo>
                  <a:pt x="21600" y="0"/>
                  <a:pt x="21600" y="8956"/>
                </a:quadBezTo>
                <a:lnTo>
                  <a:pt x="21600" y="21600"/>
                </a:lnTo>
                <a:lnTo>
                  <a:pt x="13903" y="21600"/>
                </a:lnTo>
                <a:cubicBezTo>
                  <a:pt x="8441" y="21600"/>
                  <a:pt x="6703" y="4215"/>
                  <a:pt x="0" y="0"/>
                </a:cubicBezTo>
                <a:close/>
              </a:path>
            </a:pathLst>
          </a:custGeom>
          <a:solidFill>
            <a:srgbClr val="E8F4F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Path 19"/>
          <p:cNvSpPr/>
          <p:nvPr/>
        </p:nvSpPr>
        <p:spPr>
          <a:xfrm>
            <a:off x="11039199" y="3009910"/>
            <a:ext cx="828654" cy="39051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7379" y="0"/>
                </a:lnTo>
                <a:quadBezTo>
                  <a:pt x="21600" y="0"/>
                  <a:pt x="21600" y="8956"/>
                </a:quadBezTo>
                <a:lnTo>
                  <a:pt x="21600" y="21600"/>
                </a:lnTo>
                <a:lnTo>
                  <a:pt x="13903" y="21600"/>
                </a:lnTo>
                <a:cubicBezTo>
                  <a:pt x="8441" y="21600"/>
                  <a:pt x="6703" y="4215"/>
                  <a:pt x="0" y="0"/>
                </a:cubicBezTo>
                <a:close/>
              </a:path>
            </a:pathLst>
          </a:custGeom>
          <a:solidFill>
            <a:srgbClr val="E8F4F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Path 20"/>
          <p:cNvSpPr/>
          <p:nvPr/>
        </p:nvSpPr>
        <p:spPr>
          <a:xfrm>
            <a:off x="5190995" y="4562447"/>
            <a:ext cx="828654" cy="39051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7379" y="0"/>
                </a:lnTo>
                <a:quadBezTo>
                  <a:pt x="21600" y="0"/>
                  <a:pt x="21600" y="8956"/>
                </a:quadBezTo>
                <a:lnTo>
                  <a:pt x="21600" y="21600"/>
                </a:lnTo>
                <a:lnTo>
                  <a:pt x="13903" y="21600"/>
                </a:lnTo>
                <a:cubicBezTo>
                  <a:pt x="8441" y="21600"/>
                  <a:pt x="6703" y="4215"/>
                  <a:pt x="0" y="0"/>
                </a:cubicBezTo>
                <a:close/>
              </a:path>
            </a:pathLst>
          </a:custGeom>
          <a:solidFill>
            <a:srgbClr val="E8F4FD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Path 21"/>
          <p:cNvSpPr/>
          <p:nvPr/>
        </p:nvSpPr>
        <p:spPr>
          <a:xfrm>
            <a:off x="11039199" y="4562447"/>
            <a:ext cx="828654" cy="390515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17379" y="0"/>
                </a:lnTo>
                <a:quadBezTo>
                  <a:pt x="21600" y="0"/>
                  <a:pt x="21600" y="8956"/>
                </a:quadBezTo>
                <a:lnTo>
                  <a:pt x="21600" y="21600"/>
                </a:lnTo>
                <a:lnTo>
                  <a:pt x="13903" y="21600"/>
                </a:lnTo>
                <a:cubicBezTo>
                  <a:pt x="8441" y="21600"/>
                  <a:pt x="6703" y="4215"/>
                  <a:pt x="0" y="0"/>
                </a:cubicBezTo>
                <a:close/>
              </a:path>
            </a:pathLst>
          </a:custGeom>
          <a:solidFill>
            <a:srgbClr val="E8F4FD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2" name="Actual current-source builtin image-edit separation, inspected whole-object disjoint region split. Alpha normalized only to match original faint blue source opacity. Complete original faint card illustration cows-grass-scene."/>
          <p:cNvPicPr/>
          <p:nvPr/>
        </p:nvPicPr>
        <p:blipFill>
          <a:blip r:embed="rId9"/>
          <a:stretch>
            <a:fillRect/>
          </a:stretch>
        </p:blipFill>
        <p:spPr>
          <a:xfrm>
            <a:off x="3667213" y="3450689"/>
            <a:ext cx="2444090" cy="1080544"/>
          </a:xfrm>
          <a:prstGeom prst="rect">
            <a:avLst/>
          </a:prstGeom>
        </p:spPr>
      </p:pic>
      <p:pic>
        <p:nvPicPr>
          <p:cNvPr id="23" name="Actual current-source builtin image-edit separation, inspected whole-object disjoint region split. Alpha normalized only to match original faint blue source opacity. Complete original faint card illustration farm-fields-scene."/>
          <p:cNvPicPr/>
          <p:nvPr/>
        </p:nvPicPr>
        <p:blipFill>
          <a:blip r:embed="rId11"/>
          <a:stretch>
            <a:fillRect/>
          </a:stretch>
        </p:blipFill>
        <p:spPr>
          <a:xfrm>
            <a:off x="9530669" y="3291719"/>
            <a:ext cx="2401618" cy="1239254"/>
          </a:xfrm>
          <a:prstGeom prst="rect">
            <a:avLst/>
          </a:prstGeom>
        </p:spPr>
      </p:pic>
      <p:pic>
        <p:nvPicPr>
          <p:cNvPr id="24" name="Actual current-source builtin image-edit separation, inspected whole-object disjoint region split. Alpha normalized only to match original faint blue source opacity. Complete original faint card illustration people-arrow-scene."/>
          <p:cNvPicPr/>
          <p:nvPr/>
        </p:nvPicPr>
        <p:blipFill>
          <a:blip r:embed="rId13"/>
          <a:stretch>
            <a:fillRect/>
          </a:stretch>
        </p:blipFill>
        <p:spPr>
          <a:xfrm>
            <a:off x="3516021" y="4889703"/>
            <a:ext cx="2614787" cy="1202816"/>
          </a:xfrm>
          <a:prstGeom prst="rect">
            <a:avLst/>
          </a:prstGeom>
        </p:spPr>
      </p:pic>
      <p:pic>
        <p:nvPicPr>
          <p:cNvPr id="25" name="Actual current-source builtin image-edit separation, inspected whole-object disjoint region split. Alpha normalized only to match original faint blue source opacity. Complete original faint card illustration city-chart-scene."/>
          <p:cNvPicPr/>
          <p:nvPr/>
        </p:nvPicPr>
        <p:blipFill>
          <a:blip r:embed="rId15"/>
          <a:stretch>
            <a:fillRect/>
          </a:stretch>
        </p:blipFill>
        <p:spPr>
          <a:xfrm>
            <a:off x="9422648" y="4826094"/>
            <a:ext cx="2573901" cy="1242764"/>
          </a:xfrm>
          <a:prstGeom prst="rect">
            <a:avLst/>
          </a:prstGeom>
        </p:spPr>
      </p:pic>
      <p:sp>
        <p:nvSpPr>
          <p:cNvPr id="26" name="Polygon 26"/>
          <p:cNvSpPr/>
          <p:nvPr/>
        </p:nvSpPr>
        <p:spPr>
          <a:xfrm>
            <a:off x="5248144" y="1705018"/>
            <a:ext cx="2124022" cy="41909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7364"/>
                </a:moveTo>
                <a:lnTo>
                  <a:pt x="18113" y="7364"/>
                </a:lnTo>
                <a:lnTo>
                  <a:pt x="18113" y="0"/>
                </a:lnTo>
                <a:lnTo>
                  <a:pt x="21600" y="10800"/>
                </a:lnTo>
                <a:lnTo>
                  <a:pt x="18113" y="21600"/>
                </a:lnTo>
                <a:lnTo>
                  <a:pt x="18113" y="14727"/>
                </a:lnTo>
                <a:lnTo>
                  <a:pt x="0" y="14727"/>
                </a:lnTo>
                <a:close/>
              </a:path>
            </a:pathLst>
          </a:custGeom>
          <a:solidFill>
            <a:srgbClr val="2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Polygon 27"/>
          <p:cNvSpPr/>
          <p:nvPr/>
        </p:nvSpPr>
        <p:spPr>
          <a:xfrm>
            <a:off x="4895728" y="1866939"/>
            <a:ext cx="2143071" cy="48576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8894"/>
                </a:moveTo>
                <a:lnTo>
                  <a:pt x="3552" y="8894"/>
                </a:lnTo>
                <a:lnTo>
                  <a:pt x="3552" y="0"/>
                </a:lnTo>
                <a:lnTo>
                  <a:pt x="0" y="11435"/>
                </a:lnTo>
                <a:lnTo>
                  <a:pt x="3552" y="21600"/>
                </a:lnTo>
                <a:lnTo>
                  <a:pt x="3552" y="15247"/>
                </a:lnTo>
                <a:lnTo>
                  <a:pt x="21600" y="15247"/>
                </a:lnTo>
                <a:close/>
              </a:path>
            </a:pathLst>
          </a:custGeom>
          <a:solidFill>
            <a:srgbClr val="FF9A52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3495588" y="1571671"/>
            <a:ext cx="0" cy="790555"/>
          </a:xfrm>
          <a:prstGeom prst="line">
            <a:avLst/>
          </a:prstGeom>
          <a:noFill/>
          <a:ln w="11430">
            <a:solidFill>
              <a:srgbClr val="5B9EFA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10639159" y="1600246"/>
            <a:ext cx="0" cy="666733"/>
          </a:xfrm>
          <a:prstGeom prst="line">
            <a:avLst/>
          </a:prstGeom>
          <a:noFill/>
          <a:ln w="11430">
            <a:solidFill>
              <a:srgbClr val="5B9EFA"/>
            </a:solidFill>
          </a:ln>
        </p:spPr>
        <p:txBody>
          <a:bodyPr/>
          <a:lstStyle/>
          <a:p/>
        </p:txBody>
      </p:sp>
      <p:pic>
        <p:nvPicPr>
          <p:cNvPr id="30" name="Actual current-source builtin image-edit separation, inspected whole-object disjoint region split. Complete original cow-medallion semantic round medallion including circular rings."/>
          <p:cNvPicPr/>
          <p:nvPr/>
        </p:nvPicPr>
        <p:blipFill>
          <a:blip r:embed="rId8"/>
          <a:stretch>
            <a:fillRect/>
          </a:stretch>
        </p:blipFill>
        <p:spPr>
          <a:xfrm>
            <a:off x="385984" y="3127155"/>
            <a:ext cx="1361579" cy="1265982"/>
          </a:xfrm>
          <a:prstGeom prst="rect">
            <a:avLst/>
          </a:prstGeom>
        </p:spPr>
      </p:pic>
      <p:pic>
        <p:nvPicPr>
          <p:cNvPr id="31" name="Actual current-source builtin image-edit separation, inspected whole-object disjoint region split. Complete original ai-chip-medallion semantic round medallion including circular rings."/>
          <p:cNvPicPr/>
          <p:nvPr/>
        </p:nvPicPr>
        <p:blipFill>
          <a:blip r:embed="rId10"/>
          <a:stretch>
            <a:fillRect/>
          </a:stretch>
        </p:blipFill>
        <p:spPr>
          <a:xfrm>
            <a:off x="6243041" y="3133439"/>
            <a:ext cx="1301074" cy="1243674"/>
          </a:xfrm>
          <a:prstGeom prst="rect">
            <a:avLst/>
          </a:prstGeom>
        </p:spPr>
      </p:pic>
      <p:pic>
        <p:nvPicPr>
          <p:cNvPr id="32" name="Actual current-source builtin image-edit separation, inspected whole-object disjoint region split. Complete original graduate-medallion semantic round medallion including circular rings."/>
          <p:cNvPicPr/>
          <p:nvPr/>
        </p:nvPicPr>
        <p:blipFill>
          <a:blip r:embed="rId12"/>
          <a:stretch>
            <a:fillRect/>
          </a:stretch>
        </p:blipFill>
        <p:spPr>
          <a:xfrm>
            <a:off x="383372" y="4663527"/>
            <a:ext cx="1376328" cy="1298221"/>
          </a:xfrm>
          <a:prstGeom prst="rect">
            <a:avLst/>
          </a:prstGeom>
        </p:spPr>
      </p:pic>
      <p:pic>
        <p:nvPicPr>
          <p:cNvPr id="33" name="Actual current-source builtin image-edit separation, inspected whole-object disjoint region split. Complete original trend-medallion semantic round medallion including circular rings."/>
          <p:cNvPicPr/>
          <p:nvPr/>
        </p:nvPicPr>
        <p:blipFill>
          <a:blip r:embed="rId14"/>
          <a:stretch>
            <a:fillRect/>
          </a:stretch>
        </p:blipFill>
        <p:spPr>
          <a:xfrm>
            <a:off x="6217130" y="4658533"/>
            <a:ext cx="1329022" cy="1298221"/>
          </a:xfrm>
          <a:prstGeom prst="rect">
            <a:avLst/>
          </a:prstGeom>
        </p:spPr>
      </p:pic>
      <p:pic>
        <p:nvPicPr>
          <p:cNvPr id="34" name="Current CPIPC multicolor/gray wordmark visually matched to verified prior actual builtin separated asset, bit-identical copy. Actual producer and hashes in analysis/reuse-provenance.json. Brand lettering remains identity."/>
          <p:cNvPicPr/>
          <p:nvPr/>
        </p:nvPicPr>
        <p:blipFill>
          <a:blip r:embed="rId6"/>
          <a:stretch>
            <a:fillRect/>
          </a:stretch>
        </p:blipFill>
        <p:spPr>
          <a:xfrm>
            <a:off x="295268" y="6105458"/>
            <a:ext cx="942951" cy="619110"/>
          </a:xfrm>
          <a:prstGeom prst="rect">
            <a:avLst/>
          </a:prstGeom>
        </p:spPr>
      </p:pic>
      <p:pic>
        <p:nvPicPr>
          <p:cNvPr id="35" name="Current blue event wordmark visually matched to verified prior actual builtin separated asset, bit-identical copy. Brand lettering remains identity."/>
          <p:cNvPicPr/>
          <p:nvPr/>
        </p:nvPicPr>
        <p:blipFill>
          <a:blip r:embed="rId7"/>
          <a:stretch>
            <a:fillRect/>
          </a:stretch>
        </p:blipFill>
        <p:spPr>
          <a:xfrm>
            <a:off x="10105772" y="6114983"/>
            <a:ext cx="1752556" cy="662923"/>
          </a:xfrm>
          <a:prstGeom prst="rect">
            <a:avLst/>
          </a:prstGeom>
        </p:spPr>
      </p:pic>
      <p:sp>
        <p:nvSpPr>
          <p:cNvPr id="36" name="Line 36"/>
          <p:cNvSpPr/>
          <p:nvPr/>
        </p:nvSpPr>
        <p:spPr>
          <a:xfrm>
            <a:off x="1714457" y="3648070"/>
            <a:ext cx="400040" cy="0"/>
          </a:xfrm>
          <a:prstGeom prst="line">
            <a:avLst/>
          </a:prstGeom>
          <a:noFill/>
          <a:ln w="22860">
            <a:solidFill>
              <a:srgbClr val="FF8F3D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2152596" y="3648070"/>
            <a:ext cx="3600360" cy="0"/>
          </a:xfrm>
          <a:prstGeom prst="line">
            <a:avLst/>
          </a:prstGeom>
          <a:noFill/>
          <a:ln w="8890">
            <a:solidFill>
              <a:srgbClr val="B8E0FA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7553136" y="3648070"/>
            <a:ext cx="400040" cy="0"/>
          </a:xfrm>
          <a:prstGeom prst="line">
            <a:avLst/>
          </a:prstGeom>
          <a:noFill/>
          <a:ln w="22860">
            <a:solidFill>
              <a:srgbClr val="FF8F3D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7991275" y="3648070"/>
            <a:ext cx="3609885" cy="0"/>
          </a:xfrm>
          <a:prstGeom prst="line">
            <a:avLst/>
          </a:prstGeom>
          <a:noFill/>
          <a:ln w="8890">
            <a:solidFill>
              <a:srgbClr val="B8E0FA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1714457" y="5200606"/>
            <a:ext cx="400040" cy="0"/>
          </a:xfrm>
          <a:prstGeom prst="line">
            <a:avLst/>
          </a:prstGeom>
          <a:noFill/>
          <a:ln w="22860">
            <a:solidFill>
              <a:srgbClr val="FF8F3D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2152596" y="5200606"/>
            <a:ext cx="3600360" cy="0"/>
          </a:xfrm>
          <a:prstGeom prst="line">
            <a:avLst/>
          </a:prstGeom>
          <a:noFill/>
          <a:ln w="8890">
            <a:solidFill>
              <a:srgbClr val="B8E0FA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7553136" y="5200606"/>
            <a:ext cx="400040" cy="0"/>
          </a:xfrm>
          <a:prstGeom prst="line">
            <a:avLst/>
          </a:prstGeom>
          <a:noFill/>
          <a:ln w="22860">
            <a:solidFill>
              <a:srgbClr val="FF8F3D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7991275" y="5200606"/>
            <a:ext cx="3609885" cy="0"/>
          </a:xfrm>
          <a:prstGeom prst="line">
            <a:avLst/>
          </a:prstGeom>
          <a:noFill/>
          <a:ln w="8890">
            <a:solidFill>
              <a:srgbClr val="B8E0FA"/>
            </a:solidFill>
          </a:ln>
        </p:spPr>
        <p:txBody>
          <a:bodyPr/>
          <a:lstStyle/>
          <a:p/>
        </p:txBody>
      </p:sp>
      <p:sp>
        <p:nvSpPr>
          <p:cNvPr id="44" name="TextBox 44"/>
          <p:cNvSpPr txBox="1"/>
          <p:nvPr/>
        </p:nvSpPr>
        <p:spPr>
          <a:xfrm>
            <a:off x="180970" y="257254"/>
            <a:ext cx="2304992" cy="62863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55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社会价值</a:t>
            </a:r>
            <a:endParaRPr lang="zh-CN" sz="3550"/>
          </a:p>
        </p:txBody>
      </p:sp>
      <p:sp>
        <p:nvSpPr>
          <p:cNvPr id="45" name="TextBox 45"/>
          <p:cNvSpPr txBox="1"/>
          <p:nvPr/>
        </p:nvSpPr>
        <p:spPr>
          <a:xfrm>
            <a:off x="2076398" y="1552622"/>
            <a:ext cx="1323942" cy="8381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350" b="1" i="1">
                <a:solidFill>
                  <a:srgbClr val="003481"/>
                </a:solidFill>
                <a:latin typeface="Noto Sans CJK SC"/>
                <a:ea typeface="Noto Sans CJK SC"/>
                <a:cs typeface="Noto Sans CJK SC"/>
              </a:rPr>
              <a:t>创新</a:t>
            </a:r>
            <a:endParaRPr lang="zh-CN" sz="4350"/>
          </a:p>
        </p:txBody>
      </p:sp>
      <p:sp>
        <p:nvSpPr>
          <p:cNvPr id="46" name="TextBox 46"/>
          <p:cNvSpPr txBox="1"/>
          <p:nvPr/>
        </p:nvSpPr>
        <p:spPr>
          <a:xfrm>
            <a:off x="3628934" y="1581196"/>
            <a:ext cx="847704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1C273C"/>
                </a:solidFill>
                <a:latin typeface="Noto Sans CJK SC"/>
                <a:ea typeface="Noto Sans CJK SC"/>
                <a:cs typeface="Noto Sans CJK SC"/>
              </a:rPr>
              <a:t>自主导航</a:t>
            </a:r>
            <a:endParaRPr lang="zh-CN" sz="1400"/>
          </a:p>
        </p:txBody>
      </p:sp>
      <p:sp>
        <p:nvSpPr>
          <p:cNvPr id="47" name="TextBox 47"/>
          <p:cNvSpPr txBox="1"/>
          <p:nvPr/>
        </p:nvSpPr>
        <p:spPr>
          <a:xfrm>
            <a:off x="3628934" y="1828840"/>
            <a:ext cx="847704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1C273C"/>
                </a:solidFill>
                <a:latin typeface="Noto Sans CJK SC"/>
                <a:ea typeface="Noto Sans CJK SC"/>
                <a:cs typeface="Noto Sans CJK SC"/>
              </a:rPr>
              <a:t>实时避障</a:t>
            </a:r>
            <a:endParaRPr lang="zh-CN" sz="1400"/>
          </a:p>
        </p:txBody>
      </p:sp>
      <p:sp>
        <p:nvSpPr>
          <p:cNvPr id="48" name="TextBox 48"/>
          <p:cNvSpPr txBox="1"/>
          <p:nvPr/>
        </p:nvSpPr>
        <p:spPr>
          <a:xfrm>
            <a:off x="3628934" y="2076484"/>
            <a:ext cx="847704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1C273C"/>
                </a:solidFill>
                <a:latin typeface="Noto Sans CJK SC"/>
                <a:ea typeface="Noto Sans CJK SC"/>
                <a:cs typeface="Noto Sans CJK SC"/>
              </a:rPr>
              <a:t>智能调度</a:t>
            </a:r>
            <a:endParaRPr lang="zh-CN" sz="1400"/>
          </a:p>
        </p:txBody>
      </p:sp>
      <p:sp>
        <p:nvSpPr>
          <p:cNvPr id="49" name="TextBox 49"/>
          <p:cNvSpPr txBox="1"/>
          <p:nvPr/>
        </p:nvSpPr>
        <p:spPr>
          <a:xfrm>
            <a:off x="9372366" y="1581196"/>
            <a:ext cx="1247744" cy="82865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350" b="1" i="1">
                <a:solidFill>
                  <a:srgbClr val="003481"/>
                </a:solidFill>
                <a:latin typeface="Noto Sans CJK SC"/>
                <a:ea typeface="Noto Sans CJK SC"/>
                <a:cs typeface="Noto Sans CJK SC"/>
              </a:rPr>
              <a:t>传承</a:t>
            </a:r>
            <a:endParaRPr lang="zh-CN" sz="4350"/>
          </a:p>
        </p:txBody>
      </p:sp>
      <p:sp>
        <p:nvSpPr>
          <p:cNvPr id="50" name="TextBox 50"/>
          <p:cNvSpPr txBox="1"/>
          <p:nvPr/>
        </p:nvSpPr>
        <p:spPr>
          <a:xfrm>
            <a:off x="10762981" y="1609770"/>
            <a:ext cx="1400140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1C273C"/>
                </a:solidFill>
                <a:latin typeface="Noto Sans CJK SC"/>
                <a:ea typeface="Noto Sans CJK SC"/>
                <a:cs typeface="Noto Sans CJK SC"/>
              </a:rPr>
              <a:t>实现经典作业</a:t>
            </a:r>
            <a:endParaRPr lang="zh-CN" sz="1400"/>
          </a:p>
        </p:txBody>
      </p:sp>
      <p:sp>
        <p:nvSpPr>
          <p:cNvPr id="51" name="TextBox 51"/>
          <p:cNvSpPr txBox="1"/>
          <p:nvPr/>
        </p:nvSpPr>
        <p:spPr>
          <a:xfrm>
            <a:off x="10762981" y="1866939"/>
            <a:ext cx="1400140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 b="1">
                <a:solidFill>
                  <a:srgbClr val="1C273C"/>
                </a:solidFill>
                <a:latin typeface="Noto Sans CJK SC"/>
                <a:ea typeface="Noto Sans CJK SC"/>
                <a:cs typeface="Noto Sans CJK SC"/>
              </a:rPr>
              <a:t>模式的数字升级</a:t>
            </a:r>
            <a:endParaRPr lang="zh-CN" sz="1400"/>
          </a:p>
        </p:txBody>
      </p:sp>
      <p:sp>
        <p:nvSpPr>
          <p:cNvPr id="52" name="TextBox 52"/>
          <p:cNvSpPr txBox="1"/>
          <p:nvPr/>
        </p:nvSpPr>
        <p:spPr>
          <a:xfrm>
            <a:off x="5543411" y="1381176"/>
            <a:ext cx="1285843" cy="4095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50" b="1" i="1">
                <a:solidFill>
                  <a:srgbClr val="0056BD"/>
                </a:solidFill>
                <a:latin typeface="Noto Sans CJK SC"/>
                <a:ea typeface="Noto Sans CJK SC"/>
                <a:cs typeface="Noto Sans CJK SC"/>
              </a:rPr>
              <a:t>互促融合</a:t>
            </a:r>
            <a:endParaRPr lang="zh-CN" sz="1950"/>
          </a:p>
        </p:txBody>
      </p:sp>
      <p:sp>
        <p:nvSpPr>
          <p:cNvPr id="53" name="TextBox 53"/>
          <p:cNvSpPr txBox="1"/>
          <p:nvPr/>
        </p:nvSpPr>
        <p:spPr>
          <a:xfrm>
            <a:off x="5543411" y="2247930"/>
            <a:ext cx="1304892" cy="4095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50" b="1" i="1">
                <a:solidFill>
                  <a:srgbClr val="FF701D"/>
                </a:solidFill>
                <a:latin typeface="Noto Sans CJK SC"/>
                <a:ea typeface="Noto Sans CJK SC"/>
                <a:cs typeface="Noto Sans CJK SC"/>
              </a:rPr>
              <a:t>继往开来</a:t>
            </a:r>
            <a:endParaRPr lang="zh-CN" sz="1950"/>
          </a:p>
        </p:txBody>
      </p:sp>
      <p:sp>
        <p:nvSpPr>
          <p:cNvPr id="54" name="TextBox 54"/>
          <p:cNvSpPr txBox="1"/>
          <p:nvPr/>
        </p:nvSpPr>
        <p:spPr>
          <a:xfrm>
            <a:off x="5190995" y="3009910"/>
            <a:ext cx="828654" cy="3905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 b="1">
                <a:solidFill>
                  <a:srgbClr val="5E9FE6"/>
                </a:solidFill>
                <a:latin typeface="Arial"/>
                <a:ea typeface="Arial"/>
                <a:cs typeface="Arial"/>
              </a:rPr>
              <a:t>01</a:t>
            </a:r>
            <a:endParaRPr lang="zh-CN" sz="1700"/>
          </a:p>
        </p:txBody>
      </p:sp>
      <p:sp>
        <p:nvSpPr>
          <p:cNvPr id="55" name="TextBox 55"/>
          <p:cNvSpPr txBox="1"/>
          <p:nvPr/>
        </p:nvSpPr>
        <p:spPr>
          <a:xfrm>
            <a:off x="1704932" y="3171831"/>
            <a:ext cx="4248044" cy="4095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25" b="1">
                <a:solidFill>
                  <a:srgbClr val="004AAB"/>
                </a:solidFill>
                <a:latin typeface="Noto Sans CJK SC"/>
                <a:ea typeface="Noto Sans CJK SC"/>
                <a:cs typeface="Noto Sans CJK SC"/>
              </a:rPr>
              <a:t>用科技解放畜牧生产力</a:t>
            </a:r>
            <a:endParaRPr lang="zh-CN" sz="2025"/>
          </a:p>
        </p:txBody>
      </p:sp>
      <p:sp>
        <p:nvSpPr>
          <p:cNvPr id="56" name="TextBox 56"/>
          <p:cNvSpPr txBox="1"/>
          <p:nvPr/>
        </p:nvSpPr>
        <p:spPr>
          <a:xfrm>
            <a:off x="1723982" y="3733792"/>
            <a:ext cx="4152796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>
                <a:solidFill>
                  <a:srgbClr val="17263B"/>
                </a:solidFill>
                <a:latin typeface="Noto Sans CJK SC"/>
                <a:ea typeface="Noto Sans CJK SC"/>
                <a:cs typeface="Noto Sans CJK SC"/>
              </a:rPr>
              <a:t>助力畜牧产业升级，保障食品安全与供应</a:t>
            </a:r>
            <a:endParaRPr lang="zh-CN" sz="1400"/>
          </a:p>
        </p:txBody>
      </p:sp>
      <p:sp>
        <p:nvSpPr>
          <p:cNvPr id="57" name="TextBox 57"/>
          <p:cNvSpPr txBox="1"/>
          <p:nvPr/>
        </p:nvSpPr>
        <p:spPr>
          <a:xfrm>
            <a:off x="11039199" y="3009910"/>
            <a:ext cx="828654" cy="3905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 b="1">
                <a:solidFill>
                  <a:srgbClr val="5E9FE6"/>
                </a:solidFill>
                <a:latin typeface="Arial"/>
                <a:ea typeface="Arial"/>
                <a:cs typeface="Arial"/>
              </a:rPr>
              <a:t>02</a:t>
            </a:r>
            <a:endParaRPr lang="zh-CN" sz="1700"/>
          </a:p>
        </p:txBody>
      </p:sp>
      <p:sp>
        <p:nvSpPr>
          <p:cNvPr id="58" name="TextBox 58"/>
          <p:cNvSpPr txBox="1"/>
          <p:nvPr/>
        </p:nvSpPr>
        <p:spPr>
          <a:xfrm>
            <a:off x="7543611" y="3171831"/>
            <a:ext cx="4257569" cy="4095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25" b="1">
                <a:solidFill>
                  <a:srgbClr val="004AAB"/>
                </a:solidFill>
                <a:latin typeface="Noto Sans CJK SC"/>
                <a:ea typeface="Noto Sans CJK SC"/>
                <a:cs typeface="Noto Sans CJK SC"/>
              </a:rPr>
              <a:t>数字化、无人化转型</a:t>
            </a:r>
            <a:endParaRPr lang="zh-CN" sz="2025"/>
          </a:p>
        </p:txBody>
      </p:sp>
      <p:sp>
        <p:nvSpPr>
          <p:cNvPr id="59" name="TextBox 59"/>
          <p:cNvSpPr txBox="1"/>
          <p:nvPr/>
        </p:nvSpPr>
        <p:spPr>
          <a:xfrm>
            <a:off x="7562661" y="3733792"/>
            <a:ext cx="4162321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>
                <a:solidFill>
                  <a:srgbClr val="17263B"/>
                </a:solidFill>
                <a:latin typeface="Noto Sans CJK SC"/>
                <a:ea typeface="Noto Sans CJK SC"/>
                <a:cs typeface="Noto Sans CJK SC"/>
              </a:rPr>
              <a:t>推动畜牧业现代化转型，</a:t>
            </a:r>
            <a:endParaRPr lang="zh-CN" sz="1400"/>
          </a:p>
        </p:txBody>
      </p:sp>
      <p:sp>
        <p:nvSpPr>
          <p:cNvPr id="60" name="TextBox 60"/>
          <p:cNvSpPr txBox="1"/>
          <p:nvPr/>
        </p:nvSpPr>
        <p:spPr>
          <a:xfrm>
            <a:off x="7562661" y="3990961"/>
            <a:ext cx="4162321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>
                <a:solidFill>
                  <a:srgbClr val="17263B"/>
                </a:solidFill>
                <a:latin typeface="Noto Sans CJK SC"/>
                <a:ea typeface="Noto Sans CJK SC"/>
                <a:cs typeface="Noto Sans CJK SC"/>
              </a:rPr>
              <a:t>促进农业可持续发展</a:t>
            </a:r>
            <a:endParaRPr lang="zh-CN" sz="1400"/>
          </a:p>
        </p:txBody>
      </p:sp>
      <p:sp>
        <p:nvSpPr>
          <p:cNvPr id="61" name="TextBox 61"/>
          <p:cNvSpPr txBox="1"/>
          <p:nvPr/>
        </p:nvSpPr>
        <p:spPr>
          <a:xfrm>
            <a:off x="5190995" y="4562447"/>
            <a:ext cx="828654" cy="3905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 b="1">
                <a:solidFill>
                  <a:srgbClr val="5E9FE6"/>
                </a:solidFill>
                <a:latin typeface="Arial"/>
                <a:ea typeface="Arial"/>
                <a:cs typeface="Arial"/>
              </a:rPr>
              <a:t>03</a:t>
            </a:r>
            <a:endParaRPr lang="zh-CN" sz="1700"/>
          </a:p>
        </p:txBody>
      </p:sp>
      <p:sp>
        <p:nvSpPr>
          <p:cNvPr id="62" name="TextBox 62"/>
          <p:cNvSpPr txBox="1"/>
          <p:nvPr/>
        </p:nvSpPr>
        <p:spPr>
          <a:xfrm>
            <a:off x="1704932" y="4724368"/>
            <a:ext cx="4248044" cy="4095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25" b="1">
                <a:solidFill>
                  <a:srgbClr val="004AAB"/>
                </a:solidFill>
                <a:latin typeface="Noto Sans CJK SC"/>
                <a:ea typeface="Noto Sans CJK SC"/>
                <a:cs typeface="Noto Sans CJK SC"/>
              </a:rPr>
              <a:t>人才培养与发展</a:t>
            </a:r>
            <a:endParaRPr lang="zh-CN" sz="2025"/>
          </a:p>
        </p:txBody>
      </p:sp>
      <p:sp>
        <p:nvSpPr>
          <p:cNvPr id="63" name="TextBox 63"/>
          <p:cNvSpPr txBox="1"/>
          <p:nvPr/>
        </p:nvSpPr>
        <p:spPr>
          <a:xfrm>
            <a:off x="1723982" y="5286329"/>
            <a:ext cx="4152796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>
                <a:solidFill>
                  <a:srgbClr val="17263B"/>
                </a:solidFill>
                <a:latin typeface="Noto Sans CJK SC"/>
                <a:ea typeface="Noto Sans CJK SC"/>
                <a:cs typeface="Noto Sans CJK SC"/>
              </a:rPr>
              <a:t>创造就业机会，</a:t>
            </a:r>
            <a:endParaRPr lang="zh-CN" sz="1400"/>
          </a:p>
        </p:txBody>
      </p:sp>
      <p:sp>
        <p:nvSpPr>
          <p:cNvPr id="64" name="TextBox 64"/>
          <p:cNvSpPr txBox="1"/>
          <p:nvPr/>
        </p:nvSpPr>
        <p:spPr>
          <a:xfrm>
            <a:off x="1723982" y="5543497"/>
            <a:ext cx="4152796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>
                <a:solidFill>
                  <a:srgbClr val="17263B"/>
                </a:solidFill>
                <a:latin typeface="Noto Sans CJK SC"/>
                <a:ea typeface="Noto Sans CJK SC"/>
                <a:cs typeface="Noto Sans CJK SC"/>
              </a:rPr>
              <a:t>带动区域经济发展</a:t>
            </a:r>
            <a:endParaRPr lang="zh-CN" sz="1400"/>
          </a:p>
        </p:txBody>
      </p:sp>
      <p:sp>
        <p:nvSpPr>
          <p:cNvPr id="65" name="TextBox 65"/>
          <p:cNvSpPr txBox="1"/>
          <p:nvPr/>
        </p:nvSpPr>
        <p:spPr>
          <a:xfrm>
            <a:off x="11039199" y="4562447"/>
            <a:ext cx="828654" cy="3905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 b="1">
                <a:solidFill>
                  <a:srgbClr val="5E9FE6"/>
                </a:solidFill>
                <a:latin typeface="Arial"/>
                <a:ea typeface="Arial"/>
                <a:cs typeface="Arial"/>
              </a:rPr>
              <a:t>04</a:t>
            </a:r>
            <a:endParaRPr lang="zh-CN" sz="1700"/>
          </a:p>
        </p:txBody>
      </p:sp>
      <p:sp>
        <p:nvSpPr>
          <p:cNvPr id="66" name="TextBox 66"/>
          <p:cNvSpPr txBox="1"/>
          <p:nvPr/>
        </p:nvSpPr>
        <p:spPr>
          <a:xfrm>
            <a:off x="7543611" y="4724368"/>
            <a:ext cx="4257569" cy="40956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25" b="1">
                <a:solidFill>
                  <a:srgbClr val="004AAB"/>
                </a:solidFill>
                <a:latin typeface="Noto Sans CJK SC"/>
                <a:ea typeface="Noto Sans CJK SC"/>
                <a:cs typeface="Noto Sans CJK SC"/>
              </a:rPr>
              <a:t>科技赋能畜牧，创新驱动发展</a:t>
            </a:r>
            <a:endParaRPr lang="zh-CN" sz="2025"/>
          </a:p>
        </p:txBody>
      </p:sp>
      <p:sp>
        <p:nvSpPr>
          <p:cNvPr id="67" name="TextBox 67"/>
          <p:cNvSpPr txBox="1"/>
          <p:nvPr/>
        </p:nvSpPr>
        <p:spPr>
          <a:xfrm>
            <a:off x="7562661" y="5286329"/>
            <a:ext cx="4162321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>
                <a:solidFill>
                  <a:srgbClr val="17263B"/>
                </a:solidFill>
                <a:latin typeface="Noto Sans CJK SC"/>
                <a:ea typeface="Noto Sans CJK SC"/>
                <a:cs typeface="Noto Sans CJK SC"/>
              </a:rPr>
              <a:t>传播科技与创新理念，</a:t>
            </a:r>
            <a:endParaRPr lang="zh-CN" sz="1400"/>
          </a:p>
        </p:txBody>
      </p:sp>
      <p:sp>
        <p:nvSpPr>
          <p:cNvPr id="68" name="TextBox 68"/>
          <p:cNvSpPr txBox="1"/>
          <p:nvPr/>
        </p:nvSpPr>
        <p:spPr>
          <a:xfrm>
            <a:off x="7562661" y="5543497"/>
            <a:ext cx="4162321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400">
                <a:solidFill>
                  <a:srgbClr val="17263B"/>
                </a:solidFill>
                <a:latin typeface="Noto Sans CJK SC"/>
                <a:ea typeface="Noto Sans CJK SC"/>
                <a:cs typeface="Noto Sans CJK SC"/>
              </a:rPr>
              <a:t>提升行业整体水平</a:t>
            </a:r>
            <a:endParaRPr lang="zh-CN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terministic simple blue/cyan regular layout gradient from current source colors with current header silhouette; no text/icons/documents. Current header height72, independently reconstructed rather than prior101px header reuse.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3"/>
          </a:xfrm>
          <a:prstGeom prst="rect">
            <a:avLst/>
          </a:prstGeom>
        </p:spPr>
      </p:pic>
      <p:pic>
        <p:nvPicPr>
          <p:cNvPr id="3" name="Current-source unoccluded faint architectural line illustration rectangle118,646,602,46 only; excludes text, logos, metric icons and footer wave."/>
          <p:cNvPicPr/>
          <p:nvPr/>
        </p:nvPicPr>
        <p:blipFill>
          <a:blip r:embed="rId37"/>
          <a:stretch>
            <a:fillRect/>
          </a:stretch>
        </p:blipFill>
        <p:spPr>
          <a:xfrm>
            <a:off x="1123922" y="6153082"/>
            <a:ext cx="5733907" cy="438139"/>
          </a:xfrm>
          <a:prstGeom prst="rect">
            <a:avLst/>
          </a:prstGeom>
        </p:spPr>
      </p:pic>
      <p:sp>
        <p:nvSpPr>
          <p:cNvPr id="4" name="Path 4"/>
          <p:cNvSpPr/>
          <p:nvPr/>
        </p:nvSpPr>
        <p:spPr>
          <a:xfrm>
            <a:off x="0" y="171531"/>
            <a:ext cx="6476838" cy="49528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0769"/>
                </a:moveTo>
                <a:lnTo>
                  <a:pt x="18265" y="20769"/>
                </a:lnTo>
                <a:cubicBezTo>
                  <a:pt x="19345" y="20769"/>
                  <a:pt x="19504" y="16200"/>
                  <a:pt x="20393" y="7062"/>
                </a:cubicBezTo>
                <a:cubicBezTo>
                  <a:pt x="20774" y="2908"/>
                  <a:pt x="21092" y="831"/>
                  <a:pt x="21600" y="831"/>
                </a:cubicBezTo>
              </a:path>
            </a:pathLst>
          </a:custGeom>
          <a:noFill/>
          <a:ln w="38100">
            <a:solidFill>
              <a:srgbClr val="FFD0BB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3419390" y="733492"/>
            <a:ext cx="5381490" cy="438139"/>
          </a:xfrm>
          <a:prstGeom prst="roundRect">
            <a:avLst>
              <a:gd name="adj" fmla="val 26087"/>
            </a:avLst>
          </a:prstGeom>
          <a:solidFill>
            <a:srgbClr val="EEF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619110" y="1257354"/>
            <a:ext cx="4457589" cy="4086123"/>
          </a:xfrm>
          <a:prstGeom prst="roundRect">
            <a:avLst>
              <a:gd name="adj" fmla="val 2331"/>
            </a:avLst>
          </a:prstGeom>
          <a:solidFill>
            <a:srgbClr val="EFF8F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5276718" y="1257354"/>
            <a:ext cx="6505412" cy="4086123"/>
          </a:xfrm>
          <a:prstGeom prst="roundRect">
            <a:avLst>
              <a:gd name="adj" fmla="val 2331"/>
            </a:avLst>
          </a:prstGeom>
          <a:solidFill>
            <a:srgbClr val="EFF8FE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Path 8"/>
          <p:cNvSpPr/>
          <p:nvPr/>
        </p:nvSpPr>
        <p:spPr>
          <a:xfrm>
            <a:off x="1314417" y="6600746"/>
            <a:ext cx="10877278" cy="25716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21600"/>
                </a:moveTo>
                <a:lnTo>
                  <a:pt x="719" y="4800"/>
                </a:lnTo>
                <a:cubicBezTo>
                  <a:pt x="908" y="800"/>
                  <a:pt x="1078" y="0"/>
                  <a:pt x="1381" y="0"/>
                </a:cubicBezTo>
                <a:lnTo>
                  <a:pt x="16361" y="0"/>
                </a:lnTo>
                <a:cubicBezTo>
                  <a:pt x="16796" y="0"/>
                  <a:pt x="16796" y="20800"/>
                  <a:pt x="17401" y="20800"/>
                </a:cubicBezTo>
                <a:lnTo>
                  <a:pt x="21600" y="208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1465B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3447964" y="704918"/>
            <a:ext cx="5333867" cy="438139"/>
          </a:xfrm>
          <a:prstGeom prst="roundRect">
            <a:avLst>
              <a:gd name="adj" fmla="val 26087"/>
            </a:avLst>
          </a:prstGeom>
          <a:solidFill>
            <a:srgbClr val="DDE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ath 10"/>
          <p:cNvSpPr/>
          <p:nvPr/>
        </p:nvSpPr>
        <p:spPr>
          <a:xfrm>
            <a:off x="1914477" y="6572171"/>
            <a:ext cx="10277218" cy="27621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490"/>
                </a:moveTo>
                <a:lnTo>
                  <a:pt x="16075" y="745"/>
                </a:lnTo>
                <a:cubicBezTo>
                  <a:pt x="16615" y="745"/>
                  <a:pt x="16535" y="20855"/>
                  <a:pt x="17196" y="20855"/>
                </a:cubicBezTo>
                <a:lnTo>
                  <a:pt x="21600" y="20855"/>
                </a:lnTo>
              </a:path>
            </a:pathLst>
          </a:custGeom>
          <a:noFill/>
          <a:ln w="38100">
            <a:solidFill>
              <a:srgbClr val="FFC6AD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638159" y="1247830"/>
            <a:ext cx="4419490" cy="4067073"/>
          </a:xfrm>
          <a:prstGeom prst="roundRect">
            <a:avLst>
              <a:gd name="adj" fmla="val 2342"/>
            </a:avLst>
          </a:prstGeom>
          <a:solidFill>
            <a:srgbClr val="FBFEFF"/>
          </a:solidFill>
          <a:ln w="8890">
            <a:solidFill>
              <a:srgbClr val="C8E3FB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5295768" y="1247830"/>
            <a:ext cx="6467313" cy="4067073"/>
          </a:xfrm>
          <a:prstGeom prst="roundRect">
            <a:avLst>
              <a:gd name="adj" fmla="val 2342"/>
            </a:avLst>
          </a:prstGeom>
          <a:solidFill>
            <a:srgbClr val="FBFEFF"/>
          </a:solidFill>
          <a:ln w="8890">
            <a:solidFill>
              <a:srgbClr val="C8E3FB"/>
            </a:solidFill>
          </a:ln>
        </p:spPr>
        <p:txBody>
          <a:bodyPr/>
          <a:lstStyle/>
          <a:p/>
        </p:txBody>
      </p:sp>
      <p:pic>
        <p:nvPicPr>
          <p:cNvPr id="13" name="Deterministic ordinary horizontal section-header gradient from current source colors, no text or pictogram."/>
          <p:cNvPicPr/>
          <p:nvPr/>
        </p:nvPicPr>
        <p:blipFill>
          <a:blip r:embed="rId5"/>
          <a:stretch>
            <a:fillRect/>
          </a:stretch>
        </p:blipFill>
        <p:spPr>
          <a:xfrm>
            <a:off x="647684" y="1257354"/>
            <a:ext cx="4400440" cy="400040"/>
          </a:xfrm>
          <a:prstGeom prst="rect">
            <a:avLst/>
          </a:prstGeom>
        </p:spPr>
      </p:pic>
      <p:pic>
        <p:nvPicPr>
          <p:cNvPr id="14" name="Deterministic ordinary horizontal section-header gradient from current source colors, no text or pictogram."/>
          <p:cNvPicPr/>
          <p:nvPr/>
        </p:nvPicPr>
        <p:blipFill>
          <a:blip r:embed="rId7"/>
          <a:stretch>
            <a:fillRect/>
          </a:stretch>
        </p:blipFill>
        <p:spPr>
          <a:xfrm>
            <a:off x="5305292" y="1257354"/>
            <a:ext cx="6448264" cy="400040"/>
          </a:xfrm>
          <a:prstGeom prst="rect">
            <a:avLst/>
          </a:prstGeom>
        </p:spPr>
      </p:pic>
      <p:sp>
        <p:nvSpPr>
          <p:cNvPr id="15" name="Roundrect 15"/>
          <p:cNvSpPr/>
          <p:nvPr/>
        </p:nvSpPr>
        <p:spPr>
          <a:xfrm>
            <a:off x="847704" y="1800266"/>
            <a:ext cx="1876378" cy="1704932"/>
          </a:xfrm>
          <a:prstGeom prst="roundRect">
            <a:avLst>
              <a:gd name="adj" fmla="val 4469"/>
            </a:avLst>
          </a:prstGeom>
          <a:solidFill>
            <a:srgbClr val="EDF7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2933627" y="1800266"/>
            <a:ext cx="1876378" cy="1704932"/>
          </a:xfrm>
          <a:prstGeom prst="roundRect">
            <a:avLst>
              <a:gd name="adj" fmla="val 4469"/>
            </a:avLst>
          </a:prstGeom>
          <a:solidFill>
            <a:srgbClr val="EDF7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847704" y="3629020"/>
            <a:ext cx="1876378" cy="1619210"/>
          </a:xfrm>
          <a:prstGeom prst="roundRect">
            <a:avLst>
              <a:gd name="adj" fmla="val 4706"/>
            </a:avLst>
          </a:prstGeom>
          <a:solidFill>
            <a:srgbClr val="EDF7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2933627" y="3629020"/>
            <a:ext cx="1876378" cy="1619210"/>
          </a:xfrm>
          <a:prstGeom prst="roundRect">
            <a:avLst>
              <a:gd name="adj" fmla="val 4706"/>
            </a:avLst>
          </a:prstGeom>
          <a:solidFill>
            <a:srgbClr val="EDF7FE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695308" y="5476824"/>
            <a:ext cx="11001100" cy="676258"/>
          </a:xfrm>
          <a:prstGeom prst="roundRect">
            <a:avLst>
              <a:gd name="adj" fmla="val 15493"/>
            </a:avLst>
          </a:prstGeom>
          <a:solidFill>
            <a:srgbClr val="EBF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857229" y="1790741"/>
            <a:ext cx="1857329" cy="1685883"/>
          </a:xfrm>
          <a:prstGeom prst="roundRect">
            <a:avLst>
              <a:gd name="adj" fmla="val 4520"/>
            </a:avLst>
          </a:prstGeom>
          <a:solidFill>
            <a:srgbClr val="F8FCFF"/>
          </a:solidFill>
          <a:ln w="7620">
            <a:solidFill>
              <a:srgbClr val="BDDDF7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2943151" y="1790741"/>
            <a:ext cx="1857329" cy="1685883"/>
          </a:xfrm>
          <a:prstGeom prst="roundRect">
            <a:avLst>
              <a:gd name="adj" fmla="val 4520"/>
            </a:avLst>
          </a:prstGeom>
          <a:solidFill>
            <a:srgbClr val="F8FCFF"/>
          </a:solidFill>
          <a:ln w="7620">
            <a:solidFill>
              <a:srgbClr val="BDDDF7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857229" y="3619495"/>
            <a:ext cx="1857329" cy="1600160"/>
          </a:xfrm>
          <a:prstGeom prst="roundRect">
            <a:avLst>
              <a:gd name="adj" fmla="val 4762"/>
            </a:avLst>
          </a:prstGeom>
          <a:solidFill>
            <a:srgbClr val="F8FCFF"/>
          </a:solidFill>
          <a:ln w="7620">
            <a:solidFill>
              <a:srgbClr val="BDDDF7"/>
            </a:solidFill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2943151" y="3619495"/>
            <a:ext cx="1857329" cy="1600160"/>
          </a:xfrm>
          <a:prstGeom prst="roundRect">
            <a:avLst>
              <a:gd name="adj" fmla="val 4762"/>
            </a:avLst>
          </a:prstGeom>
          <a:solidFill>
            <a:srgbClr val="F8FCFF"/>
          </a:solidFill>
          <a:ln w="7620">
            <a:solidFill>
              <a:srgbClr val="BDDDF7"/>
            </a:solidFill>
          </a:ln>
        </p:spPr>
        <p:txBody>
          <a:bodyPr/>
          <a:lstStyle/>
          <a:p/>
        </p:txBody>
      </p:sp>
      <p:pic>
        <p:nvPicPr>
          <p:cNvPr id="24" name="Current-source actual builtin image-edit source-faithful separation, inspected complete independent object; CLI explicit-region split, magenta key without despill. Left pale diagonal stripe chain."/>
          <p:cNvPicPr/>
          <p:nvPr/>
        </p:nvPicPr>
        <p:blipFill>
          <a:blip r:embed="rId3"/>
          <a:stretch>
            <a:fillRect/>
          </a:stretch>
        </p:blipFill>
        <p:spPr>
          <a:xfrm>
            <a:off x="2714954" y="823978"/>
            <a:ext cx="821908" cy="247644"/>
          </a:xfrm>
          <a:prstGeom prst="rect">
            <a:avLst/>
          </a:prstGeom>
        </p:spPr>
      </p:pic>
      <p:pic>
        <p:nvPicPr>
          <p:cNvPr id="25" name="Current-source actual builtin image-edit source-faithful separation, inspected complete independent object; CLI explicit-region split, magenta key without despill. Right pale diagonal stripe chain."/>
          <p:cNvPicPr/>
          <p:nvPr/>
        </p:nvPicPr>
        <p:blipFill>
          <a:blip r:embed="rId4"/>
          <a:stretch>
            <a:fillRect/>
          </a:stretch>
        </p:blipFill>
        <p:spPr>
          <a:xfrm>
            <a:off x="8682889" y="825241"/>
            <a:ext cx="788419" cy="245117"/>
          </a:xfrm>
          <a:prstGeom prst="rect">
            <a:avLst/>
          </a:prstGeom>
        </p:spPr>
      </p:pic>
      <p:sp>
        <p:nvSpPr>
          <p:cNvPr id="26" name="Roundrect 26"/>
          <p:cNvSpPr/>
          <p:nvPr/>
        </p:nvSpPr>
        <p:spPr>
          <a:xfrm>
            <a:off x="5629134" y="1771691"/>
            <a:ext cx="3057449" cy="1943051"/>
          </a:xfrm>
          <a:prstGeom prst="roundRect">
            <a:avLst>
              <a:gd name="adj" fmla="val 5882"/>
            </a:avLst>
          </a:prstGeom>
          <a:solidFill>
            <a:srgbClr val="F2FAFF"/>
          </a:solidFill>
          <a:ln w="7620">
            <a:solidFill>
              <a:srgbClr val="C9E4FB"/>
            </a:solidFill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5419590" y="3857614"/>
            <a:ext cx="1952576" cy="1362041"/>
          </a:xfrm>
          <a:prstGeom prst="roundRect">
            <a:avLst>
              <a:gd name="adj" fmla="val 5594"/>
            </a:avLst>
          </a:prstGeom>
          <a:solidFill>
            <a:srgbClr val="F5FBFF"/>
          </a:solidFill>
          <a:ln w="7620">
            <a:solidFill>
              <a:srgbClr val="C8E3FA"/>
            </a:solidFill>
          </a:ln>
        </p:spPr>
        <p:txBody>
          <a:bodyPr/>
          <a:lstStyle/>
          <a:p/>
        </p:txBody>
      </p:sp>
      <p:sp>
        <p:nvSpPr>
          <p:cNvPr id="28" name="Roundrect 28"/>
          <p:cNvSpPr/>
          <p:nvPr/>
        </p:nvSpPr>
        <p:spPr>
          <a:xfrm>
            <a:off x="7524562" y="3857614"/>
            <a:ext cx="1952576" cy="1362041"/>
          </a:xfrm>
          <a:prstGeom prst="roundRect">
            <a:avLst>
              <a:gd name="adj" fmla="val 5594"/>
            </a:avLst>
          </a:prstGeom>
          <a:solidFill>
            <a:srgbClr val="F5FBFF"/>
          </a:solidFill>
          <a:ln w="7620">
            <a:solidFill>
              <a:srgbClr val="C8E3FA"/>
            </a:solidFill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9639059" y="3857614"/>
            <a:ext cx="1952576" cy="1362041"/>
          </a:xfrm>
          <a:prstGeom prst="roundRect">
            <a:avLst>
              <a:gd name="adj" fmla="val 5594"/>
            </a:avLst>
          </a:prstGeom>
          <a:solidFill>
            <a:srgbClr val="F5FBFF"/>
          </a:solidFill>
          <a:ln w="7620">
            <a:solidFill>
              <a:srgbClr val="C8E3FA"/>
            </a:solidFill>
          </a:ln>
        </p:spPr>
        <p:txBody>
          <a:bodyPr/>
          <a:lstStyle/>
          <a:p/>
        </p:txBody>
      </p:sp>
      <p:sp>
        <p:nvSpPr>
          <p:cNvPr id="30" name="Roundrect 30"/>
          <p:cNvSpPr/>
          <p:nvPr/>
        </p:nvSpPr>
        <p:spPr>
          <a:xfrm>
            <a:off x="1066773" y="1828840"/>
            <a:ext cx="1438239" cy="1285843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6350">
            <a:solidFill>
              <a:srgbClr val="EAF4FC"/>
            </a:solidFill>
          </a:ln>
        </p:spPr>
        <p:txBody>
          <a:bodyPr/>
          <a:lstStyle/>
          <a:p/>
        </p:txBody>
      </p:sp>
      <p:sp>
        <p:nvSpPr>
          <p:cNvPr id="31" name="Roundrect 31"/>
          <p:cNvSpPr/>
          <p:nvPr/>
        </p:nvSpPr>
        <p:spPr>
          <a:xfrm>
            <a:off x="3152696" y="1828840"/>
            <a:ext cx="1438239" cy="1285843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6350">
            <a:solidFill>
              <a:srgbClr val="EAF4FC"/>
            </a:solidFill>
          </a:ln>
        </p:spPr>
        <p:txBody>
          <a:bodyPr/>
          <a:lstStyle/>
          <a:p/>
        </p:txBody>
      </p:sp>
      <p:sp>
        <p:nvSpPr>
          <p:cNvPr id="32" name="Roundrect 32"/>
          <p:cNvSpPr/>
          <p:nvPr/>
        </p:nvSpPr>
        <p:spPr>
          <a:xfrm>
            <a:off x="1066773" y="3657594"/>
            <a:ext cx="1438239" cy="1200120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6350">
            <a:solidFill>
              <a:srgbClr val="EAF4FC"/>
            </a:solidFill>
          </a:ln>
        </p:spPr>
        <p:txBody>
          <a:bodyPr/>
          <a:lstStyle/>
          <a:p/>
        </p:txBody>
      </p:sp>
      <p:sp>
        <p:nvSpPr>
          <p:cNvPr id="33" name="Roundrect 33"/>
          <p:cNvSpPr/>
          <p:nvPr/>
        </p:nvSpPr>
        <p:spPr>
          <a:xfrm>
            <a:off x="3152696" y="3657594"/>
            <a:ext cx="1438239" cy="1200120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6350">
            <a:solidFill>
              <a:srgbClr val="EAF4FC"/>
            </a:solidFill>
          </a:ln>
        </p:spPr>
        <p:txBody>
          <a:bodyPr/>
          <a:lstStyle/>
          <a:p/>
        </p:txBody>
      </p:sp>
      <p:sp>
        <p:nvSpPr>
          <p:cNvPr id="34" name="Roundrect 34"/>
          <p:cNvSpPr/>
          <p:nvPr/>
        </p:nvSpPr>
        <p:spPr>
          <a:xfrm>
            <a:off x="8819929" y="1828840"/>
            <a:ext cx="2685983" cy="352416"/>
          </a:xfrm>
          <a:prstGeom prst="roundRect">
            <a:avLst>
              <a:gd name="adj" fmla="val 48649"/>
            </a:avLst>
          </a:prstGeom>
          <a:solidFill>
            <a:srgbClr val="E8F4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oundrect 35"/>
          <p:cNvSpPr/>
          <p:nvPr/>
        </p:nvSpPr>
        <p:spPr>
          <a:xfrm>
            <a:off x="8819929" y="2286029"/>
            <a:ext cx="2685983" cy="352416"/>
          </a:xfrm>
          <a:prstGeom prst="roundRect">
            <a:avLst>
              <a:gd name="adj" fmla="val 48649"/>
            </a:avLst>
          </a:prstGeom>
          <a:solidFill>
            <a:srgbClr val="E8F4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oundrect 36"/>
          <p:cNvSpPr/>
          <p:nvPr/>
        </p:nvSpPr>
        <p:spPr>
          <a:xfrm>
            <a:off x="8819929" y="2743217"/>
            <a:ext cx="2685983" cy="352416"/>
          </a:xfrm>
          <a:prstGeom prst="roundRect">
            <a:avLst>
              <a:gd name="adj" fmla="val 48649"/>
            </a:avLst>
          </a:prstGeom>
          <a:solidFill>
            <a:srgbClr val="E8F4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oundrect 37"/>
          <p:cNvSpPr/>
          <p:nvPr/>
        </p:nvSpPr>
        <p:spPr>
          <a:xfrm>
            <a:off x="8819929" y="3190881"/>
            <a:ext cx="2685983" cy="352416"/>
          </a:xfrm>
          <a:prstGeom prst="roundRect">
            <a:avLst>
              <a:gd name="adj" fmla="val 48649"/>
            </a:avLst>
          </a:prstGeom>
          <a:solidFill>
            <a:srgbClr val="E8F4FE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8" name="Ordinary investment card header horizontal gradient; no text."/>
          <p:cNvPicPr/>
          <p:nvPr/>
        </p:nvPicPr>
        <p:blipFill>
          <a:blip r:embed="rId17"/>
          <a:stretch>
            <a:fillRect/>
          </a:stretch>
        </p:blipFill>
        <p:spPr>
          <a:xfrm>
            <a:off x="5781530" y="1771691"/>
            <a:ext cx="2124022" cy="247644"/>
          </a:xfrm>
          <a:prstGeom prst="rect">
            <a:avLst/>
          </a:prstGeom>
        </p:spPr>
      </p:pic>
      <p:pic>
        <p:nvPicPr>
          <p:cNvPr id="39" name="Ordinary purchase card header gradient; no label pixels."/>
          <p:cNvPicPr/>
          <p:nvPr/>
        </p:nvPicPr>
        <p:blipFill>
          <a:blip r:embed="rId24"/>
          <a:stretch>
            <a:fillRect/>
          </a:stretch>
        </p:blipFill>
        <p:spPr>
          <a:xfrm>
            <a:off x="5524362" y="3857614"/>
            <a:ext cx="1743031" cy="219070"/>
          </a:xfrm>
          <a:prstGeom prst="rect">
            <a:avLst/>
          </a:prstGeom>
        </p:spPr>
      </p:pic>
      <p:pic>
        <p:nvPicPr>
          <p:cNvPr id="40" name="Ordinary purchase card header gradient; no label pixels."/>
          <p:cNvPicPr/>
          <p:nvPr/>
        </p:nvPicPr>
        <p:blipFill>
          <a:blip r:embed="rId27"/>
          <a:stretch>
            <a:fillRect/>
          </a:stretch>
        </p:blipFill>
        <p:spPr>
          <a:xfrm>
            <a:off x="7629334" y="3857614"/>
            <a:ext cx="1743031" cy="219070"/>
          </a:xfrm>
          <a:prstGeom prst="rect">
            <a:avLst/>
          </a:prstGeom>
        </p:spPr>
      </p:pic>
      <p:pic>
        <p:nvPicPr>
          <p:cNvPr id="41" name="Ordinary purchase card header gradient; no label pixels."/>
          <p:cNvPicPr/>
          <p:nvPr/>
        </p:nvPicPr>
        <p:blipFill>
          <a:blip r:embed="rId30"/>
          <a:stretch>
            <a:fillRect/>
          </a:stretch>
        </p:blipFill>
        <p:spPr>
          <a:xfrm>
            <a:off x="9743831" y="3857614"/>
            <a:ext cx="1743031" cy="219070"/>
          </a:xfrm>
          <a:prstGeom prst="rect">
            <a:avLst/>
          </a:prstGeom>
        </p:spPr>
      </p:pic>
      <p:sp>
        <p:nvSpPr>
          <p:cNvPr id="42" name="Line 42"/>
          <p:cNvSpPr/>
          <p:nvPr/>
        </p:nvSpPr>
        <p:spPr>
          <a:xfrm>
            <a:off x="3543211" y="5610170"/>
            <a:ext cx="0" cy="361941"/>
          </a:xfrm>
          <a:prstGeom prst="line">
            <a:avLst/>
          </a:prstGeom>
          <a:noFill/>
          <a:ln w="7620">
            <a:solidFill>
              <a:srgbClr val="AAD5F7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6314917" y="5610170"/>
            <a:ext cx="0" cy="361941"/>
          </a:xfrm>
          <a:prstGeom prst="line">
            <a:avLst/>
          </a:prstGeom>
          <a:noFill/>
          <a:ln w="7620">
            <a:solidFill>
              <a:srgbClr val="AAD5F7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8781830" y="5610170"/>
            <a:ext cx="0" cy="361941"/>
          </a:xfrm>
          <a:prstGeom prst="line">
            <a:avLst/>
          </a:prstGeom>
          <a:noFill/>
          <a:ln w="7620">
            <a:solidFill>
              <a:srgbClr val="AAD5F7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2914577" y="1447850"/>
            <a:ext cx="1904952" cy="0"/>
          </a:xfrm>
          <a:prstGeom prst="line">
            <a:avLst/>
          </a:prstGeom>
          <a:noFill/>
          <a:ln w="7620">
            <a:solidFill>
              <a:srgbClr val="218CD9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7572186" y="1447850"/>
            <a:ext cx="3952776" cy="0"/>
          </a:xfrm>
          <a:prstGeom prst="line">
            <a:avLst/>
          </a:prstGeom>
          <a:noFill/>
          <a:ln w="7620">
            <a:solidFill>
              <a:srgbClr val="218CD9"/>
            </a:solidFill>
          </a:ln>
        </p:spPr>
        <p:txBody>
          <a:bodyPr/>
          <a:lstStyle/>
          <a:p/>
        </p:txBody>
      </p:sp>
      <p:sp>
        <p:nvSpPr>
          <p:cNvPr id="47" name="Ellipse 47"/>
          <p:cNvSpPr/>
          <p:nvPr/>
        </p:nvSpPr>
        <p:spPr>
          <a:xfrm>
            <a:off x="4800480" y="1419275"/>
            <a:ext cx="47624" cy="47624"/>
          </a:xfrm>
          <a:prstGeom prst="ellipse">
            <a:avLst/>
          </a:prstGeom>
          <a:solidFill>
            <a:srgbClr val="1586DC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Ellipse 48"/>
          <p:cNvSpPr/>
          <p:nvPr/>
        </p:nvSpPr>
        <p:spPr>
          <a:xfrm>
            <a:off x="11505912" y="1419275"/>
            <a:ext cx="47624" cy="47624"/>
          </a:xfrm>
          <a:prstGeom prst="ellipse">
            <a:avLst/>
          </a:prstGeom>
          <a:solidFill>
            <a:srgbClr val="1586DC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9" name="Current-source actual builtin image-edit source-faithful separation, inspected complete independent object; CLI explicit-region split, magenta key without despill. Existing approval-paper thumbnail, tiny supplied print/stamps/diagonal marks retained as low-OCR visual texture; no new evidence/legal data."/>
          <p:cNvPicPr/>
          <p:nvPr/>
        </p:nvPicPr>
        <p:blipFill>
          <a:blip r:embed="rId9"/>
          <a:stretch>
            <a:fillRect/>
          </a:stretch>
        </p:blipFill>
        <p:spPr>
          <a:xfrm>
            <a:off x="1256159" y="1784364"/>
            <a:ext cx="1116617" cy="1384319"/>
          </a:xfrm>
          <a:prstGeom prst="rect">
            <a:avLst/>
          </a:prstGeom>
        </p:spPr>
      </p:pic>
      <p:pic>
        <p:nvPicPr>
          <p:cNvPr id="50" name="Current-source actual builtin image-edit source-faithful separation, inspected complete independent object; CLI explicit-region split, magenta key without despill. Existing approval-paper thumbnail, tiny supplied print/stamps/diagonal marks retained as low-OCR visual texture; no new evidence/legal data."/>
          <p:cNvPicPr/>
          <p:nvPr/>
        </p:nvPicPr>
        <p:blipFill>
          <a:blip r:embed="rId11"/>
          <a:stretch>
            <a:fillRect/>
          </a:stretch>
        </p:blipFill>
        <p:spPr>
          <a:xfrm>
            <a:off x="3342363" y="1784230"/>
            <a:ext cx="1116054" cy="1384587"/>
          </a:xfrm>
          <a:prstGeom prst="rect">
            <a:avLst/>
          </a:prstGeom>
        </p:spPr>
      </p:pic>
      <p:pic>
        <p:nvPicPr>
          <p:cNvPr id="51" name="Current-source actual builtin image-edit source-faithful separation, inspected complete independent object; CLI explicit-region split, magenta key without despill. Existing approval-paper thumbnail, tiny supplied print/stamps/diagonal marks retained as low-OCR visual texture; no new evidence/legal data."/>
          <p:cNvPicPr/>
          <p:nvPr/>
        </p:nvPicPr>
        <p:blipFill>
          <a:blip r:embed="rId13"/>
          <a:stretch>
            <a:fillRect/>
          </a:stretch>
        </p:blipFill>
        <p:spPr>
          <a:xfrm>
            <a:off x="1255732" y="3645348"/>
            <a:ext cx="1117471" cy="1272236"/>
          </a:xfrm>
          <a:prstGeom prst="rect">
            <a:avLst/>
          </a:prstGeom>
        </p:spPr>
      </p:pic>
      <p:pic>
        <p:nvPicPr>
          <p:cNvPr id="52" name="Current-source actual builtin image-edit source-faithful separation, inspected complete independent object; CLI explicit-region split, magenta key without despill. Existing approval-paper thumbnail, tiny supplied print/stamps/diagonal marks retained as low-OCR visual texture; no new evidence/legal data."/>
          <p:cNvPicPr/>
          <p:nvPr/>
        </p:nvPicPr>
        <p:blipFill>
          <a:blip r:embed="rId15"/>
          <a:stretch>
            <a:fillRect/>
          </a:stretch>
        </p:blipFill>
        <p:spPr>
          <a:xfrm>
            <a:off x="3342503" y="3645477"/>
            <a:ext cx="1115774" cy="1271977"/>
          </a:xfrm>
          <a:prstGeom prst="rect">
            <a:avLst/>
          </a:prstGeom>
        </p:spPr>
      </p:pic>
      <p:pic>
        <p:nvPicPr>
          <p:cNvPr id="53" name="Current-source actual builtin image-edit source-faithful separation, inspected complete independent object; CLI explicit-region split, magenta key without despill. Source section circular header-document identity."/>
          <p:cNvPicPr/>
          <p:nvPr/>
        </p:nvPicPr>
        <p:blipFill>
          <a:blip r:embed="rId6"/>
          <a:stretch>
            <a:fillRect/>
          </a:stretch>
        </p:blipFill>
        <p:spPr>
          <a:xfrm>
            <a:off x="737968" y="1136456"/>
            <a:ext cx="571888" cy="594212"/>
          </a:xfrm>
          <a:prstGeom prst="rect">
            <a:avLst/>
          </a:prstGeom>
        </p:spPr>
      </p:pic>
      <p:pic>
        <p:nvPicPr>
          <p:cNvPr id="54" name="Current-source actual builtin image-edit source-faithful separation, inspected complete independent object; CLI explicit-region split, magenta key without despill. Source section circular header-handshake identity."/>
          <p:cNvPicPr/>
          <p:nvPr/>
        </p:nvPicPr>
        <p:blipFill>
          <a:blip r:embed="rId8"/>
          <a:stretch>
            <a:fillRect/>
          </a:stretch>
        </p:blipFill>
        <p:spPr>
          <a:xfrm>
            <a:off x="5395328" y="1136456"/>
            <a:ext cx="572384" cy="594212"/>
          </a:xfrm>
          <a:prstGeom prst="rect">
            <a:avLst/>
          </a:prstGeom>
        </p:spPr>
      </p:pic>
      <p:pic>
        <p:nvPicPr>
          <p:cNvPr id="55" name="Current-source actual builtin image-edit source-faithful separation, inspected complete independent object; CLI explicit-region split, magenta key without despill. Existing technical-investment page 1, supplied tiny printed texture/red stamp/signature retained; no invented legal data."/>
          <p:cNvPicPr/>
          <p:nvPr/>
        </p:nvPicPr>
        <p:blipFill>
          <a:blip r:embed="rId18"/>
          <a:stretch>
            <a:fillRect/>
          </a:stretch>
        </p:blipFill>
        <p:spPr>
          <a:xfrm>
            <a:off x="5787387" y="1931253"/>
            <a:ext cx="1396728" cy="1776324"/>
          </a:xfrm>
          <a:prstGeom prst="rect">
            <a:avLst/>
          </a:prstGeom>
        </p:spPr>
      </p:pic>
      <p:pic>
        <p:nvPicPr>
          <p:cNvPr id="56" name="Current-source actual builtin image-edit source-faithful separation, inspected complete independent object; CLI explicit-region split, magenta key without despill. Existing technical-investment page 2, supplied tiny printed texture/red stamp/signature retained; no invented legal data."/>
          <p:cNvPicPr/>
          <p:nvPr/>
        </p:nvPicPr>
        <p:blipFill>
          <a:blip r:embed="rId19"/>
          <a:stretch>
            <a:fillRect/>
          </a:stretch>
        </p:blipFill>
        <p:spPr>
          <a:xfrm>
            <a:off x="7122033" y="1931051"/>
            <a:ext cx="1390129" cy="1776729"/>
          </a:xfrm>
          <a:prstGeom prst="rect">
            <a:avLst/>
          </a:prstGeom>
        </p:spPr>
      </p:pic>
      <p:pic>
        <p:nvPicPr>
          <p:cNvPr id="57" name="Current-source actual builtin image-edit source-faithful separation, inspected complete independent object; CLI explicit-region split, magenta key without despill. Existing right bullet shield circular badge."/>
          <p:cNvPicPr/>
          <p:nvPr/>
        </p:nvPicPr>
        <p:blipFill>
          <a:blip r:embed="rId20"/>
          <a:stretch>
            <a:fillRect/>
          </a:stretch>
        </p:blipFill>
        <p:spPr>
          <a:xfrm>
            <a:off x="8761357" y="1788437"/>
            <a:ext cx="431463" cy="442746"/>
          </a:xfrm>
          <a:prstGeom prst="rect">
            <a:avLst/>
          </a:prstGeom>
        </p:spPr>
      </p:pic>
      <p:pic>
        <p:nvPicPr>
          <p:cNvPr id="58" name="Current-source actual builtin image-edit source-faithful separation, inspected complete independent object; CLI explicit-region split, magenta key without despill. Existing right bullet cart circular badge."/>
          <p:cNvPicPr/>
          <p:nvPr/>
        </p:nvPicPr>
        <p:blipFill>
          <a:blip r:embed="rId21"/>
          <a:stretch>
            <a:fillRect/>
          </a:stretch>
        </p:blipFill>
        <p:spPr>
          <a:xfrm>
            <a:off x="8760984" y="2245626"/>
            <a:ext cx="432209" cy="442746"/>
          </a:xfrm>
          <a:prstGeom prst="rect">
            <a:avLst/>
          </a:prstGeom>
        </p:spPr>
      </p:pic>
      <p:pic>
        <p:nvPicPr>
          <p:cNvPr id="59" name="Current-source actual builtin image-edit source-faithful separation, inspected complete independent object; CLI explicit-region split, magenta key without despill. Existing right bullet chart circular badge."/>
          <p:cNvPicPr/>
          <p:nvPr/>
        </p:nvPicPr>
        <p:blipFill>
          <a:blip r:embed="rId22"/>
          <a:stretch>
            <a:fillRect/>
          </a:stretch>
        </p:blipFill>
        <p:spPr>
          <a:xfrm>
            <a:off x="8761171" y="2702814"/>
            <a:ext cx="431834" cy="442746"/>
          </a:xfrm>
          <a:prstGeom prst="rect">
            <a:avLst/>
          </a:prstGeom>
        </p:spPr>
      </p:pic>
      <p:pic>
        <p:nvPicPr>
          <p:cNvPr id="60" name="Current-source actual builtin image-edit source-faithful separation, inspected complete independent object; CLI explicit-region split, magenta key without despill. Existing right bullet target circular badge."/>
          <p:cNvPicPr/>
          <p:nvPr/>
        </p:nvPicPr>
        <p:blipFill>
          <a:blip r:embed="rId23"/>
          <a:stretch>
            <a:fillRect/>
          </a:stretch>
        </p:blipFill>
        <p:spPr>
          <a:xfrm>
            <a:off x="8761357" y="3151034"/>
            <a:ext cx="431463" cy="441634"/>
          </a:xfrm>
          <a:prstGeom prst="rect">
            <a:avLst/>
          </a:prstGeom>
        </p:spPr>
      </p:pic>
      <p:pic>
        <p:nvPicPr>
          <p:cNvPr id="61" name="Current-source actual builtin image-edit source-faithful separation, inspected complete independent object; CLI explicit-region split, magenta key without despill. Existing supplied purchase agreement 1 evidence page 1, tiny printed/seal/signature identity retained as supplied source texture; no new legal text or agreement."/>
          <p:cNvPicPr/>
          <p:nvPr/>
        </p:nvPicPr>
        <p:blipFill>
          <a:blip r:embed="rId25"/>
          <a:stretch>
            <a:fillRect/>
          </a:stretch>
        </p:blipFill>
        <p:spPr>
          <a:xfrm>
            <a:off x="5531505" y="4019929"/>
            <a:ext cx="890565" cy="1142183"/>
          </a:xfrm>
          <a:prstGeom prst="rect">
            <a:avLst/>
          </a:prstGeom>
        </p:spPr>
      </p:pic>
      <p:pic>
        <p:nvPicPr>
          <p:cNvPr id="62" name="Current-source actual builtin image-edit source-faithful separation, inspected complete independent object; CLI explicit-region split, magenta key without despill. Existing supplied purchase agreement 1 evidence page 2, tiny printed/seal/signature identity retained as supplied source texture; no new legal text or agreement."/>
          <p:cNvPicPr/>
          <p:nvPr/>
        </p:nvPicPr>
        <p:blipFill>
          <a:blip r:embed="rId26"/>
          <a:stretch>
            <a:fillRect/>
          </a:stretch>
        </p:blipFill>
        <p:spPr>
          <a:xfrm>
            <a:off x="6381447" y="4019929"/>
            <a:ext cx="895644" cy="1142183"/>
          </a:xfrm>
          <a:prstGeom prst="rect">
            <a:avLst/>
          </a:prstGeom>
        </p:spPr>
      </p:pic>
      <p:pic>
        <p:nvPicPr>
          <p:cNvPr id="63" name="Current-source actual builtin image-edit source-faithful separation, inspected complete independent object; CLI explicit-region split, magenta key without despill. Existing supplied purchase agreement 2 evidence page 1, tiny printed/seal/signature identity retained as supplied source texture; no new legal text or agreement."/>
          <p:cNvPicPr/>
          <p:nvPr/>
        </p:nvPicPr>
        <p:blipFill>
          <a:blip r:embed="rId28"/>
          <a:stretch>
            <a:fillRect/>
          </a:stretch>
        </p:blipFill>
        <p:spPr>
          <a:xfrm>
            <a:off x="7629506" y="4018866"/>
            <a:ext cx="895013" cy="1144310"/>
          </a:xfrm>
          <a:prstGeom prst="rect">
            <a:avLst/>
          </a:prstGeom>
        </p:spPr>
      </p:pic>
      <p:pic>
        <p:nvPicPr>
          <p:cNvPr id="64" name="Current-source actual builtin image-edit source-faithful separation, inspected complete independent object; CLI explicit-region split, magenta key without despill. Existing supplied purchase agreement 2 evidence page 2, tiny printed/seal/signature identity retained as supplied source texture; no new legal text or agreement."/>
          <p:cNvPicPr/>
          <p:nvPr/>
        </p:nvPicPr>
        <p:blipFill>
          <a:blip r:embed="rId29"/>
          <a:stretch>
            <a:fillRect/>
          </a:stretch>
        </p:blipFill>
        <p:spPr>
          <a:xfrm>
            <a:off x="8489215" y="4018866"/>
            <a:ext cx="878132" cy="1144310"/>
          </a:xfrm>
          <a:prstGeom prst="rect">
            <a:avLst/>
          </a:prstGeom>
        </p:spPr>
      </p:pic>
      <p:pic>
        <p:nvPicPr>
          <p:cNvPr id="65" name="Current-source actual builtin image-edit source-faithful separation, inspected complete independent object; CLI explicit-region split, magenta key without despill. Existing supplied purchase agreement 3 evidence page 1, tiny printed/seal/signature identity retained as supplied source texture; no new legal text or agreement."/>
          <p:cNvPicPr/>
          <p:nvPr/>
        </p:nvPicPr>
        <p:blipFill>
          <a:blip r:embed="rId31"/>
          <a:stretch>
            <a:fillRect/>
          </a:stretch>
        </p:blipFill>
        <p:spPr>
          <a:xfrm>
            <a:off x="9751274" y="4018866"/>
            <a:ext cx="885233" cy="1144310"/>
          </a:xfrm>
          <a:prstGeom prst="rect">
            <a:avLst/>
          </a:prstGeom>
        </p:spPr>
      </p:pic>
      <p:pic>
        <p:nvPicPr>
          <p:cNvPr id="66" name="Current-source actual builtin image-edit source-faithful separation, inspected complete independent object; CLI explicit-region split, magenta key without despill. Existing supplied purchase agreement 3 evidence page 2, tiny printed/seal/signature identity retained as supplied source texture; no new legal text or agreement."/>
          <p:cNvPicPr/>
          <p:nvPr/>
        </p:nvPicPr>
        <p:blipFill>
          <a:blip r:embed="rId32"/>
          <a:stretch>
            <a:fillRect/>
          </a:stretch>
        </p:blipFill>
        <p:spPr>
          <a:xfrm>
            <a:off x="10603441" y="4019001"/>
            <a:ext cx="892946" cy="1144040"/>
          </a:xfrm>
          <a:prstGeom prst="rect">
            <a:avLst/>
          </a:prstGeom>
        </p:spPr>
      </p:pic>
      <p:pic>
        <p:nvPicPr>
          <p:cNvPr id="67" name="Current-source actual builtin image-edit source-faithful separation, inspected complete independent object; CLI explicit-region split, magenta key without despill. Source bottom metric-document circular badge."/>
          <p:cNvPicPr/>
          <p:nvPr/>
        </p:nvPicPr>
        <p:blipFill>
          <a:blip r:embed="rId33"/>
          <a:stretch>
            <a:fillRect/>
          </a:stretch>
        </p:blipFill>
        <p:spPr>
          <a:xfrm>
            <a:off x="1403879" y="5499297"/>
            <a:ext cx="583058" cy="593213"/>
          </a:xfrm>
          <a:prstGeom prst="rect">
            <a:avLst/>
          </a:prstGeom>
        </p:spPr>
      </p:pic>
      <p:pic>
        <p:nvPicPr>
          <p:cNvPr id="68" name="Current-source actual builtin image-edit source-faithful separation, inspected complete independent object; CLI explicit-region split, magenta key without despill. Source bottom metric-handshake circular badge."/>
          <p:cNvPicPr/>
          <p:nvPr/>
        </p:nvPicPr>
        <p:blipFill>
          <a:blip r:embed="rId34"/>
          <a:stretch>
            <a:fillRect/>
          </a:stretch>
        </p:blipFill>
        <p:spPr>
          <a:xfrm>
            <a:off x="4061536" y="5499543"/>
            <a:ext cx="582561" cy="592720"/>
          </a:xfrm>
          <a:prstGeom prst="rect">
            <a:avLst/>
          </a:prstGeom>
        </p:spPr>
      </p:pic>
      <p:pic>
        <p:nvPicPr>
          <p:cNvPr id="69" name="Current-source actual builtin image-edit source-faithful separation, inspected complete independent object; CLI explicit-region split, magenta key without despill. Source bottom metric-cart circular badge."/>
          <p:cNvPicPr/>
          <p:nvPr/>
        </p:nvPicPr>
        <p:blipFill>
          <a:blip r:embed="rId35"/>
          <a:stretch>
            <a:fillRect/>
          </a:stretch>
        </p:blipFill>
        <p:spPr>
          <a:xfrm>
            <a:off x="6842267" y="5499297"/>
            <a:ext cx="583559" cy="593213"/>
          </a:xfrm>
          <a:prstGeom prst="rect">
            <a:avLst/>
          </a:prstGeom>
        </p:spPr>
      </p:pic>
      <p:pic>
        <p:nvPicPr>
          <p:cNvPr id="70" name="Current-source actual builtin image-edit source-faithful separation, inspected complete independent object; CLI explicit-region split, magenta key without despill. Source bottom metric-layers circular badge."/>
          <p:cNvPicPr/>
          <p:nvPr/>
        </p:nvPicPr>
        <p:blipFill>
          <a:blip r:embed="rId36"/>
          <a:stretch>
            <a:fillRect/>
          </a:stretch>
        </p:blipFill>
        <p:spPr>
          <a:xfrm>
            <a:off x="9271332" y="5499297"/>
            <a:ext cx="583058" cy="593213"/>
          </a:xfrm>
          <a:prstGeom prst="rect">
            <a:avLst/>
          </a:prstGeom>
        </p:spPr>
      </p:pic>
      <p:sp>
        <p:nvSpPr>
          <p:cNvPr id="71" name="Roundrect 71"/>
          <p:cNvSpPr/>
          <p:nvPr/>
        </p:nvSpPr>
        <p:spPr>
          <a:xfrm>
            <a:off x="1276318" y="1762167"/>
            <a:ext cx="1038199" cy="190495"/>
          </a:xfrm>
          <a:prstGeom prst="roundRect">
            <a:avLst>
              <a:gd name="adj" fmla="val 45000"/>
            </a:avLst>
          </a:prstGeom>
          <a:solidFill>
            <a:srgbClr val="098BC1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oundrect 72"/>
          <p:cNvSpPr/>
          <p:nvPr/>
        </p:nvSpPr>
        <p:spPr>
          <a:xfrm>
            <a:off x="3362241" y="1762167"/>
            <a:ext cx="1038199" cy="190495"/>
          </a:xfrm>
          <a:prstGeom prst="roundRect">
            <a:avLst>
              <a:gd name="adj" fmla="val 45000"/>
            </a:avLst>
          </a:prstGeom>
          <a:solidFill>
            <a:srgbClr val="098BC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Roundrect 73"/>
          <p:cNvSpPr/>
          <p:nvPr/>
        </p:nvSpPr>
        <p:spPr>
          <a:xfrm>
            <a:off x="1276318" y="3590921"/>
            <a:ext cx="1038199" cy="190495"/>
          </a:xfrm>
          <a:prstGeom prst="roundRect">
            <a:avLst>
              <a:gd name="adj" fmla="val 45000"/>
            </a:avLst>
          </a:prstGeom>
          <a:solidFill>
            <a:srgbClr val="098BC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oundrect 74"/>
          <p:cNvSpPr/>
          <p:nvPr/>
        </p:nvSpPr>
        <p:spPr>
          <a:xfrm>
            <a:off x="3362241" y="3590921"/>
            <a:ext cx="1038199" cy="190495"/>
          </a:xfrm>
          <a:prstGeom prst="roundRect">
            <a:avLst>
              <a:gd name="adj" fmla="val 45000"/>
            </a:avLst>
          </a:prstGeom>
          <a:solidFill>
            <a:srgbClr val="098BC1"/>
          </a:solidFill>
          <a:ln>
            <a:noFill/>
          </a:ln>
        </p:spPr>
        <p:txBody>
          <a:bodyPr/>
          <a:lstStyle/>
          <a:p/>
        </p:txBody>
      </p:sp>
      <p:pic>
        <p:nvPicPr>
          <p:cNvPr id="75" name="Deterministic regular year-tag blue/cyan gradient only; tag words native."/>
          <p:cNvPicPr/>
          <p:nvPr/>
        </p:nvPicPr>
        <p:blipFill>
          <a:blip r:embed="rId10"/>
          <a:stretch>
            <a:fillRect/>
          </a:stretch>
        </p:blipFill>
        <p:spPr>
          <a:xfrm>
            <a:off x="1323942" y="1771691"/>
            <a:ext cx="942951" cy="171446"/>
          </a:xfrm>
          <a:prstGeom prst="rect">
            <a:avLst/>
          </a:prstGeom>
        </p:spPr>
      </p:pic>
      <p:pic>
        <p:nvPicPr>
          <p:cNvPr id="76" name="Deterministic regular year-tag blue/cyan gradient only; tag words native."/>
          <p:cNvPicPr/>
          <p:nvPr/>
        </p:nvPicPr>
        <p:blipFill>
          <a:blip r:embed="rId12"/>
          <a:stretch>
            <a:fillRect/>
          </a:stretch>
        </p:blipFill>
        <p:spPr>
          <a:xfrm>
            <a:off x="3409865" y="1771691"/>
            <a:ext cx="942951" cy="171446"/>
          </a:xfrm>
          <a:prstGeom prst="rect">
            <a:avLst/>
          </a:prstGeom>
        </p:spPr>
      </p:pic>
      <p:pic>
        <p:nvPicPr>
          <p:cNvPr id="77" name="Deterministic regular year-tag blue/cyan gradient only; tag words native."/>
          <p:cNvPicPr/>
          <p:nvPr/>
        </p:nvPicPr>
        <p:blipFill>
          <a:blip r:embed="rId14"/>
          <a:stretch>
            <a:fillRect/>
          </a:stretch>
        </p:blipFill>
        <p:spPr>
          <a:xfrm>
            <a:off x="1323942" y="3600446"/>
            <a:ext cx="942951" cy="171446"/>
          </a:xfrm>
          <a:prstGeom prst="rect">
            <a:avLst/>
          </a:prstGeom>
        </p:spPr>
      </p:pic>
      <p:sp>
        <p:nvSpPr>
          <p:cNvPr id="78" name="Roundrect 78"/>
          <p:cNvSpPr/>
          <p:nvPr/>
        </p:nvSpPr>
        <p:spPr>
          <a:xfrm>
            <a:off x="1028674" y="3105158"/>
            <a:ext cx="1514437" cy="209545"/>
          </a:xfrm>
          <a:prstGeom prst="roundRect">
            <a:avLst>
              <a:gd name="adj" fmla="val 36364"/>
            </a:avLst>
          </a:prstGeom>
          <a:solidFill>
            <a:srgbClr val="DEEEFD"/>
          </a:solidFill>
          <a:ln>
            <a:noFill/>
          </a:ln>
        </p:spPr>
        <p:txBody>
          <a:bodyPr/>
          <a:lstStyle/>
          <a:p/>
        </p:txBody>
      </p:sp>
      <p:pic>
        <p:nvPicPr>
          <p:cNvPr id="79" name="Deterministic regular year-tag blue/cyan gradient only; tag words native."/>
          <p:cNvPicPr/>
          <p:nvPr/>
        </p:nvPicPr>
        <p:blipFill>
          <a:blip r:embed="rId16"/>
          <a:stretch>
            <a:fillRect/>
          </a:stretch>
        </p:blipFill>
        <p:spPr>
          <a:xfrm>
            <a:off x="3409865" y="3600446"/>
            <a:ext cx="942951" cy="171446"/>
          </a:xfrm>
          <a:prstGeom prst="rect">
            <a:avLst/>
          </a:prstGeom>
        </p:spPr>
      </p:pic>
      <p:sp>
        <p:nvSpPr>
          <p:cNvPr id="80" name="Roundrect 80"/>
          <p:cNvSpPr/>
          <p:nvPr/>
        </p:nvSpPr>
        <p:spPr>
          <a:xfrm>
            <a:off x="3114597" y="3105158"/>
            <a:ext cx="1514437" cy="209545"/>
          </a:xfrm>
          <a:prstGeom prst="roundRect">
            <a:avLst>
              <a:gd name="adj" fmla="val 36364"/>
            </a:avLst>
          </a:prstGeom>
          <a:solidFill>
            <a:srgbClr val="DEEEFD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Roundrect 81"/>
          <p:cNvSpPr/>
          <p:nvPr/>
        </p:nvSpPr>
        <p:spPr>
          <a:xfrm>
            <a:off x="1028674" y="4848190"/>
            <a:ext cx="1514437" cy="209545"/>
          </a:xfrm>
          <a:prstGeom prst="roundRect">
            <a:avLst>
              <a:gd name="adj" fmla="val 36364"/>
            </a:avLst>
          </a:prstGeom>
          <a:solidFill>
            <a:srgbClr val="DEEEF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Roundrect 82"/>
          <p:cNvSpPr/>
          <p:nvPr/>
        </p:nvSpPr>
        <p:spPr>
          <a:xfrm>
            <a:off x="3114597" y="4848190"/>
            <a:ext cx="1514437" cy="209545"/>
          </a:xfrm>
          <a:prstGeom prst="roundRect">
            <a:avLst>
              <a:gd name="adj" fmla="val 36364"/>
            </a:avLst>
          </a:prstGeom>
          <a:solidFill>
            <a:srgbClr val="DEEEFD"/>
          </a:solidFill>
          <a:ln>
            <a:noFill/>
          </a:ln>
        </p:spPr>
        <p:txBody>
          <a:bodyPr/>
          <a:lstStyle/>
          <a:p/>
        </p:txBody>
      </p:sp>
      <p:pic>
        <p:nvPicPr>
          <p:cNvPr id="83" name="Same current-source footer brand visual identity inspected. Reused original actual builtin separated wordmark after sheet SHA256 and original producer verification in analysis/reuse-provenance.json; only transparent margins normalized. Brand lettering is identity exception."/>
          <p:cNvPicPr/>
          <p:nvPr/>
        </p:nvPicPr>
        <p:blipFill>
          <a:blip r:embed="rId38"/>
          <a:stretch>
            <a:fillRect/>
          </a:stretch>
        </p:blipFill>
        <p:spPr>
          <a:xfrm>
            <a:off x="295268" y="6229280"/>
            <a:ext cx="838179" cy="514337"/>
          </a:xfrm>
          <a:prstGeom prst="rect">
            <a:avLst/>
          </a:prstGeom>
        </p:spPr>
      </p:pic>
      <p:pic>
        <p:nvPicPr>
          <p:cNvPr id="84" name="Same current-source footer brand visual identity inspected. Reused original actual builtin separated wordmark after sheet SHA256 and original producer verification in analysis/reuse-provenance.json; only transparent margins normalized. Brand lettering is identity exception."/>
          <p:cNvPicPr/>
          <p:nvPr/>
        </p:nvPicPr>
        <p:blipFill>
          <a:blip r:embed="rId39"/>
          <a:stretch>
            <a:fillRect/>
          </a:stretch>
        </p:blipFill>
        <p:spPr>
          <a:xfrm>
            <a:off x="10286743" y="6295953"/>
            <a:ext cx="1514437" cy="457189"/>
          </a:xfrm>
          <a:prstGeom prst="rect">
            <a:avLst/>
          </a:prstGeom>
        </p:spPr>
      </p:pic>
      <p:sp>
        <p:nvSpPr>
          <p:cNvPr id="85" name="TextBox 85"/>
          <p:cNvSpPr txBox="1"/>
          <p:nvPr/>
        </p:nvSpPr>
        <p:spPr>
          <a:xfrm>
            <a:off x="1276318" y="1762167"/>
            <a:ext cx="1038199" cy="1904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2024年批次</a:t>
            </a:r>
            <a:endParaRPr lang="zh-CN" sz="950"/>
          </a:p>
        </p:txBody>
      </p:sp>
      <p:sp>
        <p:nvSpPr>
          <p:cNvPr id="86" name="TextBox 86"/>
          <p:cNvSpPr txBox="1"/>
          <p:nvPr/>
        </p:nvSpPr>
        <p:spPr>
          <a:xfrm>
            <a:off x="1028674" y="3105158"/>
            <a:ext cx="1514437" cy="2095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10" b="1">
                <a:solidFill>
                  <a:srgbClr val="064E96"/>
                </a:solidFill>
                <a:latin typeface="Noto Sans CJK SC"/>
                <a:ea typeface="Noto Sans CJK SC"/>
                <a:cs typeface="Noto Sans CJK SC"/>
              </a:rPr>
              <a:t>牛奶重点3</a:t>
            </a:r>
            <a:endParaRPr lang="zh-CN" sz="1010"/>
          </a:p>
        </p:txBody>
      </p:sp>
      <p:sp>
        <p:nvSpPr>
          <p:cNvPr id="87" name="TextBox 87"/>
          <p:cNvSpPr txBox="1"/>
          <p:nvPr/>
        </p:nvSpPr>
        <p:spPr>
          <a:xfrm>
            <a:off x="1476338" y="3305178"/>
            <a:ext cx="619110" cy="17144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80" b="1">
                <a:solidFill>
                  <a:srgbClr val="06436F"/>
                </a:solidFill>
                <a:latin typeface="Noto Sans CJK SC"/>
                <a:ea typeface="Noto Sans CJK SC"/>
                <a:cs typeface="Noto Sans CJK SC"/>
              </a:rPr>
              <a:t>1项</a:t>
            </a:r>
            <a:endParaRPr lang="zh-CN" sz="880"/>
          </a:p>
        </p:txBody>
      </p:sp>
      <p:sp>
        <p:nvSpPr>
          <p:cNvPr id="88" name="TextBox 88"/>
          <p:cNvSpPr txBox="1"/>
          <p:nvPr/>
        </p:nvSpPr>
        <p:spPr>
          <a:xfrm>
            <a:off x="3362241" y="1762167"/>
            <a:ext cx="1038199" cy="1904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2024年批次</a:t>
            </a:r>
            <a:endParaRPr lang="zh-CN" sz="950"/>
          </a:p>
        </p:txBody>
      </p:sp>
      <p:sp>
        <p:nvSpPr>
          <p:cNvPr id="89" name="TextBox 89"/>
          <p:cNvSpPr txBox="1"/>
          <p:nvPr/>
        </p:nvSpPr>
        <p:spPr>
          <a:xfrm>
            <a:off x="3114597" y="3105158"/>
            <a:ext cx="1514437" cy="2095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10" b="1">
                <a:solidFill>
                  <a:srgbClr val="064E96"/>
                </a:solidFill>
                <a:latin typeface="Noto Sans CJK SC"/>
                <a:ea typeface="Noto Sans CJK SC"/>
                <a:cs typeface="Noto Sans CJK SC"/>
              </a:rPr>
              <a:t>数字农业重点4</a:t>
            </a:r>
            <a:endParaRPr lang="zh-CN" sz="1010"/>
          </a:p>
        </p:txBody>
      </p:sp>
      <p:sp>
        <p:nvSpPr>
          <p:cNvPr id="90" name="TextBox 90"/>
          <p:cNvSpPr txBox="1"/>
          <p:nvPr/>
        </p:nvSpPr>
        <p:spPr>
          <a:xfrm>
            <a:off x="3562261" y="3305178"/>
            <a:ext cx="619110" cy="17144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80" b="1">
                <a:solidFill>
                  <a:srgbClr val="06436F"/>
                </a:solidFill>
                <a:latin typeface="Noto Sans CJK SC"/>
                <a:ea typeface="Noto Sans CJK SC"/>
                <a:cs typeface="Noto Sans CJK SC"/>
              </a:rPr>
              <a:t>1项</a:t>
            </a:r>
            <a:endParaRPr lang="zh-CN" sz="880"/>
          </a:p>
        </p:txBody>
      </p:sp>
      <p:sp>
        <p:nvSpPr>
          <p:cNvPr id="91" name="TextBox 91"/>
          <p:cNvSpPr txBox="1"/>
          <p:nvPr/>
        </p:nvSpPr>
        <p:spPr>
          <a:xfrm>
            <a:off x="1276318" y="3590921"/>
            <a:ext cx="1038199" cy="1904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2024年批次</a:t>
            </a:r>
            <a:endParaRPr lang="zh-CN" sz="950"/>
          </a:p>
        </p:txBody>
      </p:sp>
      <p:sp>
        <p:nvSpPr>
          <p:cNvPr id="92" name="TextBox 92"/>
          <p:cNvSpPr txBox="1"/>
          <p:nvPr/>
        </p:nvSpPr>
        <p:spPr>
          <a:xfrm>
            <a:off x="1028674" y="4848190"/>
            <a:ext cx="1514437" cy="2095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10" b="1">
                <a:solidFill>
                  <a:srgbClr val="064E96"/>
                </a:solidFill>
                <a:latin typeface="Noto Sans CJK SC"/>
                <a:ea typeface="Noto Sans CJK SC"/>
                <a:cs typeface="Noto Sans CJK SC"/>
              </a:rPr>
              <a:t>数字农业重点5</a:t>
            </a:r>
            <a:endParaRPr lang="zh-CN" sz="1010"/>
          </a:p>
        </p:txBody>
      </p:sp>
      <p:sp>
        <p:nvSpPr>
          <p:cNvPr id="93" name="TextBox 93"/>
          <p:cNvSpPr txBox="1"/>
          <p:nvPr/>
        </p:nvSpPr>
        <p:spPr>
          <a:xfrm>
            <a:off x="1476338" y="5048210"/>
            <a:ext cx="619110" cy="17144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80" b="1">
                <a:solidFill>
                  <a:srgbClr val="06436F"/>
                </a:solidFill>
                <a:latin typeface="Noto Sans CJK SC"/>
                <a:ea typeface="Noto Sans CJK SC"/>
                <a:cs typeface="Noto Sans CJK SC"/>
              </a:rPr>
              <a:t>1项</a:t>
            </a:r>
            <a:endParaRPr lang="zh-CN" sz="880"/>
          </a:p>
        </p:txBody>
      </p:sp>
      <p:sp>
        <p:nvSpPr>
          <p:cNvPr id="94" name="TextBox 94"/>
          <p:cNvSpPr txBox="1"/>
          <p:nvPr/>
        </p:nvSpPr>
        <p:spPr>
          <a:xfrm>
            <a:off x="3362241" y="3590921"/>
            <a:ext cx="1038199" cy="1904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2024年批次</a:t>
            </a:r>
            <a:endParaRPr lang="zh-CN" sz="950"/>
          </a:p>
        </p:txBody>
      </p:sp>
      <p:sp>
        <p:nvSpPr>
          <p:cNvPr id="95" name="TextBox 95"/>
          <p:cNvSpPr txBox="1"/>
          <p:nvPr/>
        </p:nvSpPr>
        <p:spPr>
          <a:xfrm>
            <a:off x="3114597" y="4848190"/>
            <a:ext cx="1514437" cy="20954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10" b="1">
                <a:solidFill>
                  <a:srgbClr val="064E96"/>
                </a:solidFill>
                <a:latin typeface="Noto Sans CJK SC"/>
                <a:ea typeface="Noto Sans CJK SC"/>
                <a:cs typeface="Noto Sans CJK SC"/>
              </a:rPr>
              <a:t>数字农业重点6</a:t>
            </a:r>
            <a:endParaRPr lang="zh-CN" sz="1010"/>
          </a:p>
        </p:txBody>
      </p:sp>
      <p:sp>
        <p:nvSpPr>
          <p:cNvPr id="96" name="TextBox 96"/>
          <p:cNvSpPr txBox="1"/>
          <p:nvPr/>
        </p:nvSpPr>
        <p:spPr>
          <a:xfrm>
            <a:off x="3562261" y="5048210"/>
            <a:ext cx="619110" cy="17144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80" b="1">
                <a:solidFill>
                  <a:srgbClr val="06436F"/>
                </a:solidFill>
                <a:latin typeface="Noto Sans CJK SC"/>
                <a:ea typeface="Noto Sans CJK SC"/>
                <a:cs typeface="Noto Sans CJK SC"/>
              </a:rPr>
              <a:t>1项</a:t>
            </a:r>
            <a:endParaRPr lang="zh-CN" sz="880"/>
          </a:p>
        </p:txBody>
      </p:sp>
      <p:sp>
        <p:nvSpPr>
          <p:cNvPr id="97" name="TextBox 97"/>
          <p:cNvSpPr txBox="1"/>
          <p:nvPr/>
        </p:nvSpPr>
        <p:spPr>
          <a:xfrm>
            <a:off x="295268" y="19135"/>
            <a:ext cx="2266893" cy="5524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15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支撑材料</a:t>
            </a:r>
            <a:endParaRPr lang="zh-CN" sz="3150"/>
          </a:p>
        </p:txBody>
      </p:sp>
      <p:sp>
        <p:nvSpPr>
          <p:cNvPr id="98" name="TextBox 98"/>
          <p:cNvSpPr txBox="1"/>
          <p:nvPr/>
        </p:nvSpPr>
        <p:spPr>
          <a:xfrm>
            <a:off x="3876578" y="743017"/>
            <a:ext cx="4286143" cy="3333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00" b="1">
                <a:solidFill>
                  <a:srgbClr val="004AB7"/>
                </a:solidFill>
                <a:latin typeface="Noto Sans CJK SC"/>
                <a:ea typeface="Noto Sans CJK SC"/>
                <a:cs typeface="Noto Sans CJK SC"/>
              </a:rPr>
              <a:t>项目批复 · 合作协议 · 产业化落地</a:t>
            </a:r>
            <a:endParaRPr lang="zh-CN" sz="1900"/>
          </a:p>
        </p:txBody>
      </p:sp>
      <p:sp>
        <p:nvSpPr>
          <p:cNvPr id="99" name="TextBox 99"/>
          <p:cNvSpPr txBox="1"/>
          <p:nvPr/>
        </p:nvSpPr>
        <p:spPr>
          <a:xfrm>
            <a:off x="1362041" y="1285929"/>
            <a:ext cx="3505112" cy="3238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项目批复材料</a:t>
            </a:r>
            <a:endParaRPr lang="zh-CN" sz="1600"/>
          </a:p>
        </p:txBody>
      </p:sp>
      <p:sp>
        <p:nvSpPr>
          <p:cNvPr id="100" name="TextBox 100"/>
          <p:cNvSpPr txBox="1"/>
          <p:nvPr/>
        </p:nvSpPr>
        <p:spPr>
          <a:xfrm>
            <a:off x="6019650" y="1285929"/>
            <a:ext cx="5552936" cy="32384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合作协议与产业化落地</a:t>
            </a:r>
            <a:endParaRPr lang="zh-CN" sz="1600"/>
          </a:p>
        </p:txBody>
      </p:sp>
      <p:sp>
        <p:nvSpPr>
          <p:cNvPr id="101" name="TextBox 101"/>
          <p:cNvSpPr txBox="1"/>
          <p:nvPr/>
        </p:nvSpPr>
        <p:spPr>
          <a:xfrm>
            <a:off x="5914877" y="1781216"/>
            <a:ext cx="1733507" cy="2285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技术入股协议</a:t>
            </a:r>
            <a:endParaRPr lang="zh-CN" sz="1160"/>
          </a:p>
        </p:txBody>
      </p:sp>
      <p:sp>
        <p:nvSpPr>
          <p:cNvPr id="102" name="TextBox 102"/>
          <p:cNvSpPr txBox="1"/>
          <p:nvPr/>
        </p:nvSpPr>
        <p:spPr>
          <a:xfrm>
            <a:off x="9258069" y="1857414"/>
            <a:ext cx="2228794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0" b="1">
                <a:solidFill>
                  <a:srgbClr val="121B22"/>
                </a:solidFill>
                <a:latin typeface="Noto Sans CJK SC"/>
                <a:ea typeface="Noto Sans CJK SC"/>
                <a:cs typeface="Noto Sans CJK SC"/>
              </a:rPr>
              <a:t>技术入股：明确双方权责与权益分配</a:t>
            </a:r>
            <a:endParaRPr lang="zh-CN" sz="980"/>
          </a:p>
        </p:txBody>
      </p:sp>
      <p:sp>
        <p:nvSpPr>
          <p:cNvPr id="103" name="TextBox 103"/>
          <p:cNvSpPr txBox="1"/>
          <p:nvPr/>
        </p:nvSpPr>
        <p:spPr>
          <a:xfrm>
            <a:off x="9258069" y="2314603"/>
            <a:ext cx="2228794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0" b="1">
                <a:solidFill>
                  <a:srgbClr val="121B22"/>
                </a:solidFill>
                <a:latin typeface="Noto Sans CJK SC"/>
                <a:ea typeface="Noto Sans CJK SC"/>
                <a:cs typeface="Noto Sans CJK SC"/>
              </a:rPr>
              <a:t>采购协议：三份订单验证真实需求</a:t>
            </a:r>
            <a:endParaRPr lang="zh-CN" sz="980"/>
          </a:p>
        </p:txBody>
      </p:sp>
      <p:sp>
        <p:nvSpPr>
          <p:cNvPr id="104" name="TextBox 104"/>
          <p:cNvSpPr txBox="1"/>
          <p:nvPr/>
        </p:nvSpPr>
        <p:spPr>
          <a:xfrm>
            <a:off x="9258069" y="2771791"/>
            <a:ext cx="2228794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0" b="1">
                <a:solidFill>
                  <a:srgbClr val="121B22"/>
                </a:solidFill>
                <a:latin typeface="Noto Sans CJK SC"/>
                <a:ea typeface="Noto Sans CJK SC"/>
                <a:cs typeface="Noto Sans CJK SC"/>
              </a:rPr>
              <a:t>落地支撑：专利、软著等成果全面支撑</a:t>
            </a:r>
            <a:endParaRPr lang="zh-CN" sz="980"/>
          </a:p>
        </p:txBody>
      </p:sp>
      <p:sp>
        <p:nvSpPr>
          <p:cNvPr id="105" name="TextBox 105"/>
          <p:cNvSpPr txBox="1"/>
          <p:nvPr/>
        </p:nvSpPr>
        <p:spPr>
          <a:xfrm>
            <a:off x="9258069" y="3219455"/>
            <a:ext cx="2228794" cy="2952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80" b="1">
                <a:solidFill>
                  <a:srgbClr val="121B22"/>
                </a:solidFill>
                <a:latin typeface="Noto Sans CJK SC"/>
                <a:ea typeface="Noto Sans CJK SC"/>
                <a:cs typeface="Noto Sans CJK SC"/>
              </a:rPr>
              <a:t>合作共赢：共促技术商业化落地</a:t>
            </a:r>
            <a:endParaRPr lang="zh-CN" sz="980"/>
          </a:p>
        </p:txBody>
      </p:sp>
      <p:sp>
        <p:nvSpPr>
          <p:cNvPr id="106" name="TextBox 106"/>
          <p:cNvSpPr txBox="1"/>
          <p:nvPr/>
        </p:nvSpPr>
        <p:spPr>
          <a:xfrm>
            <a:off x="5648184" y="3857614"/>
            <a:ext cx="1523962" cy="2190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采购协议（一）</a:t>
            </a:r>
            <a:endParaRPr lang="zh-CN" sz="1070"/>
          </a:p>
        </p:txBody>
      </p:sp>
      <p:sp>
        <p:nvSpPr>
          <p:cNvPr id="107" name="TextBox 107"/>
          <p:cNvSpPr txBox="1"/>
          <p:nvPr/>
        </p:nvSpPr>
        <p:spPr>
          <a:xfrm>
            <a:off x="7753156" y="3857614"/>
            <a:ext cx="1523962" cy="2190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采购协议（二）</a:t>
            </a:r>
            <a:endParaRPr lang="zh-CN" sz="1070"/>
          </a:p>
        </p:txBody>
      </p:sp>
      <p:sp>
        <p:nvSpPr>
          <p:cNvPr id="108" name="TextBox 108"/>
          <p:cNvSpPr txBox="1"/>
          <p:nvPr/>
        </p:nvSpPr>
        <p:spPr>
          <a:xfrm>
            <a:off x="9867653" y="3857614"/>
            <a:ext cx="1523962" cy="21907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采购协议（三）</a:t>
            </a:r>
            <a:endParaRPr lang="zh-CN" sz="1070"/>
          </a:p>
        </p:txBody>
      </p:sp>
      <p:sp>
        <p:nvSpPr>
          <p:cNvPr id="109" name="TextBox 109"/>
          <p:cNvSpPr txBox="1"/>
          <p:nvPr/>
        </p:nvSpPr>
        <p:spPr>
          <a:xfrm>
            <a:off x="2285943" y="5505398"/>
            <a:ext cx="1362041" cy="2381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项目批复</a:t>
            </a:r>
            <a:endParaRPr lang="zh-CN" sz="1070"/>
          </a:p>
        </p:txBody>
      </p:sp>
      <p:sp>
        <p:nvSpPr>
          <p:cNvPr id="110" name="TextBox 110"/>
          <p:cNvSpPr txBox="1"/>
          <p:nvPr/>
        </p:nvSpPr>
        <p:spPr>
          <a:xfrm>
            <a:off x="2362141" y="5714943"/>
            <a:ext cx="295268" cy="3714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00" b="1">
                <a:solidFill>
                  <a:srgbClr val="002CB9"/>
                </a:solidFill>
                <a:latin typeface="Arial"/>
                <a:ea typeface="Arial"/>
                <a:cs typeface="Arial"/>
              </a:rPr>
              <a:t>4</a:t>
            </a:r>
            <a:endParaRPr lang="zh-CN" sz="2600"/>
          </a:p>
        </p:txBody>
      </p:sp>
      <p:sp>
        <p:nvSpPr>
          <p:cNvPr id="111" name="TextBox 111"/>
          <p:cNvSpPr txBox="1"/>
          <p:nvPr/>
        </p:nvSpPr>
        <p:spPr>
          <a:xfrm>
            <a:off x="2533587" y="5762567"/>
            <a:ext cx="304792" cy="31431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20" b="1">
                <a:solidFill>
                  <a:srgbClr val="101B26"/>
                </a:solidFill>
                <a:latin typeface="Noto Serif CJK SC"/>
                <a:ea typeface="Noto Serif CJK SC"/>
                <a:cs typeface="Noto Serif CJK SC"/>
              </a:rPr>
              <a:t>项</a:t>
            </a:r>
            <a:endParaRPr lang="zh-CN" sz="1520"/>
          </a:p>
        </p:txBody>
      </p:sp>
      <p:sp>
        <p:nvSpPr>
          <p:cNvPr id="112" name="TextBox 112"/>
          <p:cNvSpPr txBox="1"/>
          <p:nvPr/>
        </p:nvSpPr>
        <p:spPr>
          <a:xfrm>
            <a:off x="4857629" y="5505398"/>
            <a:ext cx="1362041" cy="2381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技术入股协议</a:t>
            </a:r>
            <a:endParaRPr lang="zh-CN" sz="1070"/>
          </a:p>
        </p:txBody>
      </p:sp>
      <p:sp>
        <p:nvSpPr>
          <p:cNvPr id="113" name="TextBox 113"/>
          <p:cNvSpPr txBox="1"/>
          <p:nvPr/>
        </p:nvSpPr>
        <p:spPr>
          <a:xfrm>
            <a:off x="5076698" y="5714943"/>
            <a:ext cx="295268" cy="3714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00" b="1">
                <a:solidFill>
                  <a:srgbClr val="002CB9"/>
                </a:solidFill>
                <a:latin typeface="Arial"/>
                <a:ea typeface="Arial"/>
                <a:cs typeface="Arial"/>
              </a:rPr>
              <a:t>1</a:t>
            </a:r>
            <a:endParaRPr lang="zh-CN" sz="2600"/>
          </a:p>
        </p:txBody>
      </p:sp>
      <p:sp>
        <p:nvSpPr>
          <p:cNvPr id="114" name="TextBox 114"/>
          <p:cNvSpPr txBox="1"/>
          <p:nvPr/>
        </p:nvSpPr>
        <p:spPr>
          <a:xfrm>
            <a:off x="5210045" y="5762567"/>
            <a:ext cx="304792" cy="31431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20" b="1">
                <a:solidFill>
                  <a:srgbClr val="101B26"/>
                </a:solidFill>
                <a:latin typeface="Noto Serif CJK SC"/>
                <a:ea typeface="Noto Serif CJK SC"/>
                <a:cs typeface="Noto Serif CJK SC"/>
              </a:rPr>
              <a:t>份</a:t>
            </a:r>
            <a:endParaRPr lang="zh-CN" sz="1520"/>
          </a:p>
        </p:txBody>
      </p:sp>
      <p:sp>
        <p:nvSpPr>
          <p:cNvPr id="115" name="TextBox 115"/>
          <p:cNvSpPr txBox="1"/>
          <p:nvPr/>
        </p:nvSpPr>
        <p:spPr>
          <a:xfrm>
            <a:off x="7648384" y="5505398"/>
            <a:ext cx="1362041" cy="2381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采购协议</a:t>
            </a:r>
            <a:endParaRPr lang="zh-CN" sz="1070"/>
          </a:p>
        </p:txBody>
      </p:sp>
      <p:sp>
        <p:nvSpPr>
          <p:cNvPr id="116" name="TextBox 116"/>
          <p:cNvSpPr txBox="1"/>
          <p:nvPr/>
        </p:nvSpPr>
        <p:spPr>
          <a:xfrm>
            <a:off x="7734107" y="5714943"/>
            <a:ext cx="295268" cy="3714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00" b="1">
                <a:solidFill>
                  <a:srgbClr val="002CB9"/>
                </a:solidFill>
                <a:latin typeface="Arial"/>
                <a:ea typeface="Arial"/>
                <a:cs typeface="Arial"/>
              </a:rPr>
              <a:t>3</a:t>
            </a:r>
            <a:endParaRPr lang="zh-CN" sz="2600"/>
          </a:p>
        </p:txBody>
      </p:sp>
      <p:sp>
        <p:nvSpPr>
          <p:cNvPr id="117" name="TextBox 117"/>
          <p:cNvSpPr txBox="1"/>
          <p:nvPr/>
        </p:nvSpPr>
        <p:spPr>
          <a:xfrm>
            <a:off x="7905552" y="5762567"/>
            <a:ext cx="304792" cy="31431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20" b="1">
                <a:solidFill>
                  <a:srgbClr val="101B26"/>
                </a:solidFill>
                <a:latin typeface="Noto Serif CJK SC"/>
                <a:ea typeface="Noto Serif CJK SC"/>
                <a:cs typeface="Noto Serif CJK SC"/>
              </a:rPr>
              <a:t>份</a:t>
            </a:r>
            <a:endParaRPr lang="zh-CN" sz="1520"/>
          </a:p>
        </p:txBody>
      </p:sp>
      <p:sp>
        <p:nvSpPr>
          <p:cNvPr id="118" name="TextBox 118"/>
          <p:cNvSpPr txBox="1"/>
          <p:nvPr/>
        </p:nvSpPr>
        <p:spPr>
          <a:xfrm>
            <a:off x="10115297" y="5505398"/>
            <a:ext cx="1362041" cy="2381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7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落地支撑</a:t>
            </a:r>
            <a:endParaRPr lang="zh-CN" sz="1070"/>
          </a:p>
        </p:txBody>
      </p:sp>
      <p:sp>
        <p:nvSpPr>
          <p:cNvPr id="119" name="TextBox 119"/>
          <p:cNvSpPr txBox="1"/>
          <p:nvPr/>
        </p:nvSpPr>
        <p:spPr>
          <a:xfrm>
            <a:off x="10191495" y="5714943"/>
            <a:ext cx="295268" cy="3714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00" b="1">
                <a:solidFill>
                  <a:srgbClr val="002CB9"/>
                </a:solidFill>
                <a:latin typeface="Arial"/>
                <a:ea typeface="Arial"/>
                <a:cs typeface="Arial"/>
              </a:rPr>
              <a:t>4</a:t>
            </a:r>
            <a:endParaRPr lang="zh-CN" sz="2600"/>
          </a:p>
        </p:txBody>
      </p:sp>
      <p:sp>
        <p:nvSpPr>
          <p:cNvPr id="120" name="TextBox 120"/>
          <p:cNvSpPr txBox="1"/>
          <p:nvPr/>
        </p:nvSpPr>
        <p:spPr>
          <a:xfrm>
            <a:off x="10362941" y="5762567"/>
            <a:ext cx="304792" cy="31431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520" b="1">
                <a:solidFill>
                  <a:srgbClr val="101B26"/>
                </a:solidFill>
                <a:latin typeface="Noto Serif CJK SC"/>
                <a:ea typeface="Noto Serif CJK SC"/>
                <a:cs typeface="Noto Serif CJK SC"/>
              </a:rPr>
              <a:t>项</a:t>
            </a:r>
            <a:endParaRPr lang="zh-CN" sz="15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3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